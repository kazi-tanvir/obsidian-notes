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6" r:id="rId4"/>
    <p:sldId id="260" r:id="rId5"/>
    <p:sldId id="268" r:id="rId6"/>
    <p:sldId id="269" r:id="rId7"/>
    <p:sldId id="263" r:id="rId8"/>
    <p:sldId id="264" r:id="rId9"/>
    <p:sldId id="265" r:id="rId10"/>
    <p:sldId id="267" r:id="rId11"/>
    <p:sldId id="259" r:id="rId12"/>
    <p:sldId id="270"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10" d="100"/>
          <a:sy n="110" d="100"/>
        </p:scale>
        <p:origin x="-1644"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Subtitle 8"/>
          <p:cNvSpPr>
            <a:spLocks noGrp="1"/>
          </p:cNvSpPr>
          <p:nvPr>
            <p:ph type="subTitle" idx="1"/>
          </p:nvPr>
        </p:nvSpPr>
        <p:spPr>
          <a:xfrm>
            <a:off x="457200" y="3699804"/>
            <a:ext cx="8305800" cy="1143000"/>
          </a:xfrm>
        </p:spPr>
        <p:txBody>
          <a:bodyPr>
            <a:noAutofit/>
          </a:bodyPr>
          <a:lstStyle>
            <a:lvl1pPr marL="0" indent="0" algn="ctr">
              <a:buNone/>
              <a:defRPr sz="2200" spc="10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Title 27"/>
          <p:cNvSpPr>
            <a:spLocks noGrp="1"/>
          </p:cNvSpPr>
          <p:nvPr>
            <p:ph type="ctrTitle"/>
          </p:nvPr>
        </p:nvSpPr>
        <p:spPr>
          <a:xfrm>
            <a:off x="457200" y="1433732"/>
            <a:ext cx="8305800" cy="1981200"/>
          </a:xfrm>
          <a:ln w="6350" cap="rnd">
            <a:noFill/>
          </a:ln>
        </p:spPr>
        <p:txBody>
          <a:bodyPr anchor="b" anchorCtr="0">
            <a:noAutofit/>
          </a:bodyPr>
          <a:lstStyle>
            <a:lvl1pPr algn="ctr">
              <a:defRPr lang="en-US" sz="4800" b="0" dirty="0">
                <a:ln w="3200">
                  <a:solidFill>
                    <a:schemeClr val="bg2">
                      <a:shade val="75000"/>
                      <a:alpha val="25000"/>
                    </a:schemeClr>
                  </a:solidFill>
                  <a:prstDash val="solid"/>
                  <a:round/>
                </a:ln>
                <a:solidFill>
                  <a:srgbClr val="F9F9F9"/>
                </a:solidFill>
                <a:effectLst>
                  <a:innerShdw blurRad="50800" dist="25400" dir="13500000">
                    <a:srgbClr val="000000">
                      <a:alpha val="70000"/>
                    </a:srgbClr>
                  </a:innerShdw>
                </a:effectLst>
              </a:defRPr>
            </a:lvl1pPr>
          </a:lstStyle>
          <a:p>
            <a:r>
              <a:rPr kumimoji="0" lang="en-US" smtClean="0"/>
              <a:t>Click to edit Master title style</a:t>
            </a:r>
            <a:endParaRPr kumimoji="0" lang="en-US"/>
          </a:p>
        </p:txBody>
      </p:sp>
      <p:cxnSp>
        <p:nvCxnSpPr>
          <p:cNvPr id="8" name="Straight Connector 7"/>
          <p:cNvCxnSpPr/>
          <p:nvPr/>
        </p:nvCxnSpPr>
        <p:spPr>
          <a:xfrm>
            <a:off x="1463626"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08574"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4540348" y="3526302"/>
            <a:ext cx="45720" cy="45720"/>
          </a:xfrm>
          <a:prstGeom prst="ellipse">
            <a:avLst/>
          </a:prstGeom>
          <a:effectLst>
            <a:outerShdw blurRad="31750" dir="2700000" algn="tl" rotWithShape="0">
              <a:srgbClr val="000000">
                <a:alpha val="55000"/>
              </a:srgbClr>
            </a:outerShdw>
          </a:effectLst>
        </p:spPr>
        <p:style>
          <a:lnRef idx="2">
            <a:schemeClr val="accent2"/>
          </a:lnRef>
          <a:fillRef idx="1">
            <a:schemeClr val="accent2"/>
          </a:fillRef>
          <a:effectRef idx="0">
            <a:schemeClr val="accent2"/>
          </a:effectRef>
          <a:fontRef idx="minor">
            <a:schemeClr val="lt1"/>
          </a:fontRef>
        </p:style>
        <p:txBody>
          <a:bodyPr rtlCol="0" anchor="ctr"/>
          <a:lstStyle/>
          <a:p>
            <a:pPr algn="ctr" eaLnBrk="1" latinLnBrk="0" hangingPunct="1"/>
            <a:endParaRPr kumimoji="0" lang="en-US"/>
          </a:p>
        </p:txBody>
      </p:sp>
      <p:sp>
        <p:nvSpPr>
          <p:cNvPr id="15" name="Date Placeholder 14"/>
          <p:cNvSpPr>
            <a:spLocks noGrp="1"/>
          </p:cNvSpPr>
          <p:nvPr>
            <p:ph type="dt" sz="half" idx="10"/>
          </p:nvPr>
        </p:nvSpPr>
        <p:spPr/>
        <p:txBody>
          <a:bodyPr/>
          <a:lstStyle/>
          <a:p>
            <a:fld id="{1D8BD707-D9CF-40AE-B4C6-C98DA3205C09}" type="datetimeFigureOut">
              <a:rPr lang="en-US" smtClean="0"/>
              <a:pPr/>
              <a:t>12/8/2023</a:t>
            </a:fld>
            <a:endParaRPr lang="en-US"/>
          </a:p>
        </p:txBody>
      </p:sp>
      <p:sp>
        <p:nvSpPr>
          <p:cNvPr id="16" name="Slide Number Placeholder 15"/>
          <p:cNvSpPr>
            <a:spLocks noGrp="1"/>
          </p:cNvSpPr>
          <p:nvPr>
            <p:ph type="sldNum" sz="quarter" idx="11"/>
          </p:nvPr>
        </p:nvSpPr>
        <p:spPr/>
        <p:txBody>
          <a:bodyPr/>
          <a:lstStyle/>
          <a:p>
            <a:fld id="{B6F15528-21DE-4FAA-801E-634DDDAF4B2B}" type="slidenum">
              <a:rPr lang="en-US" smtClean="0"/>
              <a:pPr/>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1524000"/>
            <a:ext cx="8229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4" name="Date Placeholder 13"/>
          <p:cNvSpPr>
            <a:spLocks noGrp="1"/>
          </p:cNvSpPr>
          <p:nvPr>
            <p:ph type="dt" sz="half" idx="14"/>
          </p:nvPr>
        </p:nvSpPr>
        <p:spPr/>
        <p:txBody>
          <a:bodyPr/>
          <a:lstStyle/>
          <a:p>
            <a:fld id="{1D8BD707-D9CF-40AE-B4C6-C98DA3205C09}" type="datetimeFigureOut">
              <a:rPr lang="en-US" smtClean="0"/>
              <a:pPr/>
              <a:t>12/8/2023</a:t>
            </a:fld>
            <a:endParaRPr lang="en-US"/>
          </a:p>
        </p:txBody>
      </p:sp>
      <p:sp>
        <p:nvSpPr>
          <p:cNvPr id="15" name="Slide Number Placeholder 14"/>
          <p:cNvSpPr>
            <a:spLocks noGrp="1"/>
          </p:cNvSpPr>
          <p:nvPr>
            <p:ph type="sldNum" sz="quarter" idx="15"/>
          </p:nvPr>
        </p:nvSpPr>
        <p:spPr/>
        <p:txBody>
          <a:bodyPr/>
          <a:lstStyle>
            <a:lvl1pPr algn="ctr">
              <a:defRPr/>
            </a:lvl1pPr>
          </a:lstStyle>
          <a:p>
            <a:fld id="{B6F15528-21DE-4FAA-801E-634DDDAF4B2B}" type="slidenum">
              <a:rPr lang="en-US" smtClean="0"/>
              <a:pPr/>
              <a:t>‹#›</a:t>
            </a:fld>
            <a:endParaRPr lang="en-US"/>
          </a:p>
        </p:txBody>
      </p:sp>
      <p:sp>
        <p:nvSpPr>
          <p:cNvPr id="16" name="Footer Placeholder 15"/>
          <p:cNvSpPr>
            <a:spLocks noGrp="1"/>
          </p:cNvSpPr>
          <p:nvPr>
            <p:ph type="ftr" sz="quarter" idx="16"/>
          </p:nvPr>
        </p:nvSpPr>
        <p:spPr/>
        <p:txBody>
          <a:bodyPr/>
          <a:lstStyle/>
          <a:p>
            <a:endParaRPr lang="en-US"/>
          </a:p>
        </p:txBody>
      </p:sp>
      <p:sp>
        <p:nvSpPr>
          <p:cNvPr id="17" name="Title 16"/>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 name="Title 1"/>
          <p:cNvSpPr>
            <a:spLocks noGrp="1"/>
          </p:cNvSpPr>
          <p:nvPr>
            <p:ph type="title"/>
          </p:nvPr>
        </p:nvSpPr>
        <p:spPr>
          <a:xfrm>
            <a:off x="685800" y="3505200"/>
            <a:ext cx="7924800" cy="1371600"/>
          </a:xfrm>
        </p:spPr>
        <p:txBody>
          <a:bodyPr>
            <a:noAutofit/>
          </a:bodyPr>
          <a:lstStyle>
            <a:lvl1pPr algn="l" rtl="0">
              <a:spcBef>
                <a:spcPct val="0"/>
              </a:spcBef>
              <a:buNone/>
              <a:defRPr lang="en-US" sz="4800" b="0" dirty="0">
                <a:ln w="3200">
                  <a:solidFill>
                    <a:schemeClr val="bg2">
                      <a:shade val="25000"/>
                      <a:alpha val="25000"/>
                    </a:schemeClr>
                  </a:solidFill>
                  <a:prstDash val="solid"/>
                  <a:round/>
                </a:ln>
                <a:solidFill>
                  <a:srgbClr val="F9F9F9"/>
                </a:solidFill>
                <a:effectLst>
                  <a:innerShdw blurRad="38100" dist="25400" dir="13500000">
                    <a:prstClr val="black">
                      <a:alpha val="70000"/>
                    </a:prstClr>
                  </a:inn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4958864"/>
            <a:ext cx="7924800" cy="984736"/>
          </a:xfrm>
        </p:spPr>
        <p:txBody>
          <a:bodyPr anchor="t"/>
          <a:lstStyle>
            <a:lvl1pPr marL="0" indent="0">
              <a:buNone/>
              <a:defRPr sz="2000" spc="10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cxnSp>
        <p:nvCxnSpPr>
          <p:cNvPr id="7" name="Straight Connector 6"/>
          <p:cNvCxnSpPr/>
          <p:nvPr/>
        </p:nvCxnSpPr>
        <p:spPr>
          <a:xfrm>
            <a:off x="685800" y="4916992"/>
            <a:ext cx="7924800" cy="4301"/>
          </a:xfrm>
          <a:prstGeom prst="line">
            <a:avLst/>
          </a:prstGeom>
          <a:noFill/>
          <a:ln w="9525" cap="flat" cmpd="sng" algn="ctr">
            <a:solidFill>
              <a:srgbClr val="E9E9E8"/>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D8BD707-D9CF-40AE-B4C6-C98DA3205C09}" type="datetimeFigureOut">
              <a:rPr lang="en-US" smtClean="0"/>
              <a:pPr/>
              <a:t>12/8/2023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11" name="Content Placeholder 10"/>
          <p:cNvSpPr>
            <a:spLocks noGrp="1"/>
          </p:cNvSpPr>
          <p:nvPr>
            <p:ph sz="half" idx="1"/>
          </p:nvPr>
        </p:nvSpPr>
        <p:spPr>
          <a:xfrm>
            <a:off x="457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12/8/2023</a:t>
            </a:fld>
            <a:endParaRPr lang="en-US"/>
          </a:p>
        </p:txBody>
      </p:sp>
      <p:sp>
        <p:nvSpPr>
          <p:cNvPr id="3" name="Text Placeholder 2"/>
          <p:cNvSpPr>
            <a:spLocks noGrp="1"/>
          </p:cNvSpPr>
          <p:nvPr>
            <p:ph type="body" idx="1"/>
          </p:nvPr>
        </p:nvSpPr>
        <p:spPr>
          <a:xfrm>
            <a:off x="457200" y="1399593"/>
            <a:ext cx="4040188" cy="762000"/>
          </a:xfrm>
          <a:noFill/>
          <a:ln w="25400" cap="rnd" cmpd="sng" algn="ctr">
            <a:noFill/>
            <a:prstDash val="solid"/>
          </a:ln>
          <a:effectLst>
            <a:softEdge rad="63500"/>
          </a:effectLst>
          <a:sp3d prstMaterial="fla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32" name="Content Placeholder 31"/>
          <p:cNvSpPr>
            <a:spLocks noGrp="1"/>
          </p:cNvSpPr>
          <p:nvPr>
            <p:ph sz="half" idx="2"/>
          </p:nvPr>
        </p:nvSpPr>
        <p:spPr>
          <a:xfrm>
            <a:off x="457200"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4" name="Content Placeholder 33"/>
          <p:cNvSpPr>
            <a:spLocks noGrp="1"/>
          </p:cNvSpPr>
          <p:nvPr>
            <p:ph sz="quarter" idx="4"/>
          </p:nvPr>
        </p:nvSpPr>
        <p:spPr>
          <a:xfrm>
            <a:off x="4649788"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 name="Title 1"/>
          <p:cNvSpPr>
            <a:spLocks noGrp="1"/>
          </p:cNvSpPr>
          <p:nvPr>
            <p:ph type="title"/>
          </p:nvPr>
        </p:nvSpPr>
        <p:spPr>
          <a:xfrm>
            <a:off x="457200" y="155448"/>
            <a:ext cx="8229600" cy="1143000"/>
          </a:xfrm>
        </p:spPr>
        <p:txBody>
          <a:bodyPr anchor="b" anchorCtr="0"/>
          <a:lstStyle>
            <a:lvl1pPr>
              <a:defRPr/>
            </a:lvl1pPr>
          </a:lstStyle>
          <a:p>
            <a:r>
              <a:rPr kumimoji="0" lang="en-US" smtClean="0"/>
              <a:t>Click to edit Master title style</a:t>
            </a:r>
            <a:endParaRPr kumimoji="0" lang="en-US"/>
          </a:p>
        </p:txBody>
      </p:sp>
      <p:sp>
        <p:nvSpPr>
          <p:cNvPr id="12" name="Text Placeholder 11"/>
          <p:cNvSpPr>
            <a:spLocks noGrp="1"/>
          </p:cNvSpPr>
          <p:nvPr>
            <p:ph type="body" idx="3"/>
          </p:nvPr>
        </p:nvSpPr>
        <p:spPr>
          <a:xfrm>
            <a:off x="4648200" y="1399593"/>
            <a:ext cx="4040188" cy="762000"/>
          </a:xfrm>
          <a:noFill/>
          <a:ln w="25400" cap="rnd" cmpd="sng" algn="ctr">
            <a:noFill/>
            <a:prstDash val="solid"/>
          </a:ln>
          <a:effectLst>
            <a:softEdge rad="63500"/>
          </a:effectLs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baseline="0">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cxnSp>
        <p:nvCxnSpPr>
          <p:cNvPr id="10" name="Straight Connector 9"/>
          <p:cNvCxnSpPr/>
          <p:nvPr/>
        </p:nvCxnSpPr>
        <p:spPr>
          <a:xfrm>
            <a:off x="562945"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54880"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12/8/2023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9" name="Content Placeholder 28"/>
          <p:cNvSpPr>
            <a:spLocks noGrp="1"/>
          </p:cNvSpPr>
          <p:nvPr>
            <p:ph sz="quarter" idx="1"/>
          </p:nvPr>
        </p:nvSpPr>
        <p:spPr>
          <a:xfrm>
            <a:off x="457200" y="457200"/>
            <a:ext cx="62484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 name="Text Placeholder 2"/>
          <p:cNvSpPr>
            <a:spLocks noGrp="1"/>
          </p:cNvSpPr>
          <p:nvPr>
            <p:ph type="body" idx="2"/>
          </p:nvPr>
        </p:nvSpPr>
        <p:spPr>
          <a:xfrm>
            <a:off x="6781800" y="1600200"/>
            <a:ext cx="1984248" cy="3733800"/>
          </a:xfrm>
        </p:spPr>
        <p:txBody>
          <a:bodyPr tIns="45720" bIns="45720" anchor="t" anchorCtr="0"/>
          <a:lstStyle>
            <a:lvl1pPr marL="0" indent="0">
              <a:lnSpc>
                <a:spcPct val="1250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31" name="Title 30"/>
          <p:cNvSpPr>
            <a:spLocks noGrp="1"/>
          </p:cNvSpPr>
          <p:nvPr>
            <p:ph type="title"/>
          </p:nvPr>
        </p:nvSpPr>
        <p:spPr>
          <a:xfrm>
            <a:off x="6781800" y="457200"/>
            <a:ext cx="19812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8" name="Date Placeholder 7"/>
          <p:cNvSpPr>
            <a:spLocks noGrp="1"/>
          </p:cNvSpPr>
          <p:nvPr>
            <p:ph type="dt" sz="half" idx="14"/>
          </p:nvPr>
        </p:nvSpPr>
        <p:spPr/>
        <p:txBody>
          <a:bodyPr/>
          <a:lstStyle/>
          <a:p>
            <a:fld id="{1D8BD707-D9CF-40AE-B4C6-C98DA3205C09}" type="datetimeFigureOut">
              <a:rPr lang="en-US" smtClean="0"/>
              <a:pPr/>
              <a:t>12/8/2023</a:t>
            </a:fld>
            <a:endParaRPr lang="en-US"/>
          </a:p>
        </p:txBody>
      </p:sp>
      <p:sp>
        <p:nvSpPr>
          <p:cNvPr id="9" name="Slide Number Placeholder 8"/>
          <p:cNvSpPr>
            <a:spLocks noGrp="1"/>
          </p:cNvSpPr>
          <p:nvPr>
            <p:ph type="sldNum" sz="quarter" idx="15"/>
          </p:nvPr>
        </p:nvSpPr>
        <p:spPr/>
        <p:txBody>
          <a:bodyPr/>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9400" y="457200"/>
            <a:ext cx="20574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457200"/>
            <a:ext cx="6019800" cy="5562600"/>
          </a:xfrm>
          <a:solidFill>
            <a:schemeClr val="tx2">
              <a:tint val="40000"/>
            </a:schemeClr>
          </a:solidFill>
          <a:effectLst>
            <a:outerShdw blurRad="88900" sx="103000" sy="103000" algn="ctr" rotWithShape="0">
              <a:prstClr val="black">
                <a:alpha val="32000"/>
              </a:prstClr>
            </a:outerShdw>
            <a:softEdge rad="127000"/>
          </a:effectLst>
        </p:spPr>
        <p:txBody>
          <a:bodyPr/>
          <a:lstStyle>
            <a:lvl1pPr marL="0" indent="0">
              <a:buNone/>
              <a:defRPr sz="3200">
                <a:solidFill>
                  <a:schemeClr val="bg1"/>
                </a:solidFill>
              </a:defRPr>
            </a:lvl1pPr>
          </a:lstStyle>
          <a:p>
            <a:r>
              <a:rPr kumimoji="0" lang="en-US" smtClean="0"/>
              <a:t>Click icon to add picture</a:t>
            </a:r>
            <a:endParaRPr kumimoji="0" lang="en-US"/>
          </a:p>
        </p:txBody>
      </p:sp>
      <p:sp>
        <p:nvSpPr>
          <p:cNvPr id="4" name="Text Placeholder 3"/>
          <p:cNvSpPr>
            <a:spLocks noGrp="1"/>
          </p:cNvSpPr>
          <p:nvPr>
            <p:ph type="body" sz="half" idx="2"/>
          </p:nvPr>
        </p:nvSpPr>
        <p:spPr>
          <a:xfrm>
            <a:off x="6629400" y="1600200"/>
            <a:ext cx="2057400" cy="4419600"/>
          </a:xfrm>
        </p:spPr>
        <p:txBody>
          <a:bodyPr anchor="t" anchorCtr="0"/>
          <a:lstStyle>
            <a:lvl1pPr marL="0" indent="0">
              <a:lnSpc>
                <a:spcPct val="125000"/>
              </a:lnSpc>
              <a:spcAft>
                <a:spcPts val="1000"/>
              </a:spcAft>
              <a:buFontTx/>
              <a:buNone/>
              <a:defRPr sz="1600" b="0">
                <a:solidFill>
                  <a:schemeClr val="tx2"/>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8" name="Date Placeholder 7"/>
          <p:cNvSpPr>
            <a:spLocks noGrp="1"/>
          </p:cNvSpPr>
          <p:nvPr>
            <p:ph type="dt" sz="half" idx="10"/>
          </p:nvPr>
        </p:nvSpPr>
        <p:spPr/>
        <p:txBody>
          <a:bodyPr/>
          <a:lstStyle/>
          <a:p>
            <a:fld id="{1D8BD707-D9CF-40AE-B4C6-C98DA3205C09}" type="datetimeFigureOut">
              <a:rPr lang="en-US" smtClean="0"/>
              <a:pPr/>
              <a:t>12/8/2023</a:t>
            </a:fld>
            <a:endParaRPr lang="en-US"/>
          </a:p>
        </p:txBody>
      </p:sp>
      <p:sp>
        <p:nvSpPr>
          <p:cNvPr id="9" name="Slide Number Placeholder 8"/>
          <p:cNvSpPr>
            <a:spLocks noGrp="1"/>
          </p:cNvSpPr>
          <p:nvPr>
            <p:ph type="sldNum" sz="quarter" idx="11"/>
          </p:nvPr>
        </p:nvSpPr>
        <p:spPr/>
        <p:txBody>
          <a:bodyPr/>
          <a:lstStyle/>
          <a:p>
            <a:fld id="{B6F15528-21DE-4FAA-801E-634DDDAF4B2B}" type="slidenum">
              <a:rPr lang="en-US" smtClean="0"/>
              <a:pPr/>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457200" y="1447800"/>
            <a:ext cx="8229600" cy="46783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5791200" y="6203667"/>
            <a:ext cx="2590800" cy="384048"/>
          </a:xfrm>
          <a:prstGeom prst="rect">
            <a:avLst/>
          </a:prstGeom>
        </p:spPr>
        <p:txBody>
          <a:bodyPr vert="horz" anchor="ctr" anchorCtr="0"/>
          <a:lstStyle>
            <a:lvl1pPr algn="l" eaLnBrk="1" latinLnBrk="0" hangingPunct="1">
              <a:defRPr kumimoji="0" sz="1200">
                <a:solidFill>
                  <a:schemeClr val="tx2"/>
                </a:solidFill>
              </a:defRPr>
            </a:lvl1pPr>
          </a:lstStyle>
          <a:p>
            <a:fld id="{1D8BD707-D9CF-40AE-B4C6-C98DA3205C09}" type="datetimeFigureOut">
              <a:rPr lang="en-US" smtClean="0"/>
              <a:pPr/>
              <a:t>12/8/2023</a:t>
            </a:fld>
            <a:endParaRPr lang="en-US"/>
          </a:p>
        </p:txBody>
      </p:sp>
      <p:sp>
        <p:nvSpPr>
          <p:cNvPr id="10" name="Footer Placeholder 9"/>
          <p:cNvSpPr>
            <a:spLocks noGrp="1"/>
          </p:cNvSpPr>
          <p:nvPr>
            <p:ph type="ftr" sz="quarter" idx="3"/>
          </p:nvPr>
        </p:nvSpPr>
        <p:spPr>
          <a:xfrm>
            <a:off x="2133600" y="6203667"/>
            <a:ext cx="3581400" cy="384048"/>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22" name="Slide Number Placeholder 21"/>
          <p:cNvSpPr>
            <a:spLocks noGrp="1"/>
          </p:cNvSpPr>
          <p:nvPr>
            <p:ph type="sldNum" sz="quarter" idx="4"/>
          </p:nvPr>
        </p:nvSpPr>
        <p:spPr>
          <a:xfrm>
            <a:off x="8410575" y="6181531"/>
            <a:ext cx="609600" cy="457200"/>
          </a:xfrm>
          <a:prstGeom prst="rect">
            <a:avLst/>
          </a:prstGeom>
          <a:noFill/>
        </p:spPr>
        <p:txBody>
          <a:bodyPr vert="horz" lIns="0" tIns="0" rIns="0" bIns="0" anchor="ctr" anchorCtr="0">
            <a:noAutofit/>
          </a:bodyPr>
          <a:lstStyle>
            <a:lvl1pPr algn="ctr" eaLnBrk="1" latinLnBrk="0" hangingPunct="1">
              <a:defRPr kumimoji="0" sz="1600" baseline="0">
                <a:solidFill>
                  <a:schemeClr val="tx2"/>
                </a:solidFill>
              </a:defRPr>
            </a:lvl1pPr>
          </a:lstStyle>
          <a:p>
            <a:fld id="{B6F15528-21DE-4FAA-801E-634DDDAF4B2B}" type="slidenum">
              <a:rPr lang="en-US" smtClean="0"/>
              <a:pPr/>
              <a:t>‹#›</a:t>
            </a:fld>
            <a:endParaRPr lang="en-US"/>
          </a:p>
        </p:txBody>
      </p:sp>
      <p:sp>
        <p:nvSpPr>
          <p:cNvPr id="5" name="Title Placeholder 4"/>
          <p:cNvSpPr>
            <a:spLocks noGrp="1"/>
          </p:cNvSpPr>
          <p:nvPr>
            <p:ph type="title"/>
          </p:nvPr>
        </p:nvSpPr>
        <p:spPr>
          <a:xfrm>
            <a:off x="457200" y="152400"/>
            <a:ext cx="8229600" cy="1219200"/>
          </a:xfrm>
          <a:prstGeom prst="rect">
            <a:avLst/>
          </a:prstGeom>
          <a:ln w="6350" cap="rnd">
            <a:noFill/>
          </a:ln>
        </p:spPr>
        <p:txBody>
          <a:bodyPr vert="horz" anchor="b" anchorCtr="0">
            <a:normAutofit/>
          </a:bodyPr>
          <a:lstStyle/>
          <a:p>
            <a:r>
              <a:rPr kumimoji="0" lang="en-US" smtClean="0"/>
              <a:t>Click to edit Master title style</a:t>
            </a:r>
            <a:endParaRPr kumimoji="0" lang="en-US"/>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lang="en-US" sz="4200" b="0" kern="1200" spc="-100" baseline="0" dirty="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latin typeface="+mj-lt"/>
          <a:ea typeface="+mj-ea"/>
          <a:cs typeface="+mj-cs"/>
        </a:defRPr>
      </a:lvl1pPr>
    </p:titleStyle>
    <p:bodyStyle>
      <a:lvl1pPr marL="274320" indent="-274320" algn="l" rtl="0"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dirty="0"/>
          </a:p>
        </p:txBody>
      </p:sp>
      <p:sp>
        <p:nvSpPr>
          <p:cNvPr id="2" name="Title 1"/>
          <p:cNvSpPr>
            <a:spLocks noGrp="1"/>
          </p:cNvSpPr>
          <p:nvPr>
            <p:ph type="ctrTitle"/>
          </p:nvPr>
        </p:nvSpPr>
        <p:spPr>
          <a:xfrm>
            <a:off x="457200" y="685800"/>
            <a:ext cx="8305800" cy="1295400"/>
          </a:xfrm>
        </p:spPr>
        <p:txBody>
          <a:bodyPr/>
          <a:lstStyle/>
          <a:p>
            <a:r>
              <a:rPr lang="en-US" dirty="0" smtClean="0"/>
              <a:t>Drug Addiction</a:t>
            </a:r>
            <a:endParaRPr lang="en-US" dirty="0"/>
          </a:p>
        </p:txBody>
      </p:sp>
      <p:pic>
        <p:nvPicPr>
          <p:cNvPr id="1026" name="Picture 2" descr="C:\Users\User\Dropbox\PC\Desktop\gettyimages-523525076-612x612.jpg"/>
          <p:cNvPicPr>
            <a:picLocks noChangeAspect="1" noChangeArrowheads="1"/>
          </p:cNvPicPr>
          <p:nvPr/>
        </p:nvPicPr>
        <p:blipFill>
          <a:blip r:embed="rId2"/>
          <a:srcRect/>
          <a:stretch>
            <a:fillRect/>
          </a:stretch>
        </p:blipFill>
        <p:spPr bwMode="auto">
          <a:xfrm>
            <a:off x="0" y="2057400"/>
            <a:ext cx="9144000" cy="48006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229600" cy="5029200"/>
          </a:xfrm>
        </p:spPr>
        <p:txBody>
          <a:bodyPr>
            <a:normAutofit/>
          </a:bodyPr>
          <a:lstStyle/>
          <a:p>
            <a:r>
              <a:rPr lang="en-US" dirty="0" smtClean="0"/>
              <a:t>A chemical substance</a:t>
            </a:r>
            <a:r>
              <a:rPr lang="en-US" b="1" dirty="0" smtClean="0"/>
              <a:t> </a:t>
            </a:r>
            <a:r>
              <a:rPr lang="en-US" dirty="0" smtClean="0"/>
              <a:t>that has known biological effects on humans or other animals </a:t>
            </a:r>
          </a:p>
          <a:p>
            <a:r>
              <a:rPr lang="en-US" dirty="0" smtClean="0"/>
              <a:t>Also known as a chemical substance used in treatment cure, prevention, or diagnosis of disease </a:t>
            </a:r>
          </a:p>
          <a:p>
            <a:r>
              <a:rPr lang="en-US" dirty="0" smtClean="0"/>
              <a:t>Drugs can be medical and recreational</a:t>
            </a:r>
          </a:p>
          <a:p>
            <a:pPr>
              <a:buFont typeface="Wingdings" pitchFamily="2" charset="2"/>
              <a:buChar char="v"/>
            </a:pPr>
            <a:r>
              <a:rPr lang="en-US" b="1" dirty="0" smtClean="0"/>
              <a:t>Addiction</a:t>
            </a:r>
          </a:p>
          <a:p>
            <a:r>
              <a:rPr lang="en-US" dirty="0" smtClean="0"/>
              <a:t>the need or strong desire to do or to have something, or a very strong liking for something</a:t>
            </a:r>
          </a:p>
          <a:p>
            <a:r>
              <a:rPr lang="en-US" dirty="0" smtClean="0"/>
              <a:t>Is a condition</a:t>
            </a:r>
            <a:r>
              <a:rPr lang="en-US" b="1" dirty="0" smtClean="0"/>
              <a:t> </a:t>
            </a:r>
            <a:r>
              <a:rPr lang="en-US" dirty="0" smtClean="0"/>
              <a:t>in which the body relies on a given drug to help it functions </a:t>
            </a:r>
          </a:p>
          <a:p>
            <a:r>
              <a:rPr lang="en-US" dirty="0" smtClean="0"/>
              <a:t>Compulsive use of drug despite any cost </a:t>
            </a:r>
          </a:p>
        </p:txBody>
      </p:sp>
      <p:sp>
        <p:nvSpPr>
          <p:cNvPr id="2" name="Title 1"/>
          <p:cNvSpPr>
            <a:spLocks noGrp="1"/>
          </p:cNvSpPr>
          <p:nvPr>
            <p:ph type="title"/>
          </p:nvPr>
        </p:nvSpPr>
        <p:spPr>
          <a:xfrm>
            <a:off x="457200" y="457200"/>
            <a:ext cx="8229600" cy="914400"/>
          </a:xfrm>
        </p:spPr>
        <p:txBody>
          <a:bodyPr/>
          <a:lstStyle/>
          <a:p>
            <a:r>
              <a:rPr lang="en-US" dirty="0" smtClean="0"/>
              <a:t>Drugs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724400"/>
          </a:xfrm>
        </p:spPr>
        <p:txBody>
          <a:bodyPr/>
          <a:lstStyle/>
          <a:p>
            <a:r>
              <a:rPr lang="en-US" dirty="0" smtClean="0"/>
              <a:t>Drug addiction, also called substance use disorder, is a dependence on a legal or illegal drug or medication. </a:t>
            </a:r>
          </a:p>
          <a:p>
            <a:r>
              <a:rPr lang="en-US" dirty="0" smtClean="0"/>
              <a:t>It occurs over a span of time and results in the user's inability to survive and cope without its usage or effects. </a:t>
            </a:r>
          </a:p>
          <a:p>
            <a:r>
              <a:rPr lang="en-US" dirty="0" smtClean="0"/>
              <a:t>Drug abuse is more of a short term abuse of a particular drug.</a:t>
            </a:r>
          </a:p>
          <a:p>
            <a:r>
              <a:rPr lang="en-US" dirty="0" smtClean="0"/>
              <a:t>The user is able to cope without it. If the usage persists and the person loses the capacity to survive without that drug, then they're considered an addict.</a:t>
            </a:r>
            <a:endParaRPr lang="en-US" dirty="0"/>
          </a:p>
        </p:txBody>
      </p:sp>
      <p:sp>
        <p:nvSpPr>
          <p:cNvPr id="2" name="Title 1"/>
          <p:cNvSpPr>
            <a:spLocks noGrp="1"/>
          </p:cNvSpPr>
          <p:nvPr>
            <p:ph type="title"/>
          </p:nvPr>
        </p:nvSpPr>
        <p:spPr>
          <a:xfrm>
            <a:off x="457200" y="381000"/>
            <a:ext cx="8229600" cy="1066800"/>
          </a:xfrm>
        </p:spPr>
        <p:txBody>
          <a:bodyPr/>
          <a:lstStyle/>
          <a:p>
            <a:r>
              <a:rPr lang="en-US" dirty="0" smtClean="0"/>
              <a:t>Drug addiction</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smtClean="0"/>
              <a:t>The increased levels of dopamine caused by taking drugs create feelings of pleasure and euphoria. This is what makes people want to take drugs again and again, despite the negative consequences.</a:t>
            </a:r>
          </a:p>
          <a:p>
            <a:r>
              <a:rPr lang="en-US" smtClean="0"/>
              <a:t>WHO </a:t>
            </a:r>
            <a:r>
              <a:rPr lang="en-US" dirty="0" smtClean="0"/>
              <a:t>estimated that more than 275 million people use illicit drugs, accounting for 5.6% of the global population, and 31 million drug users have an addiction.</a:t>
            </a:r>
          </a:p>
          <a:p>
            <a:r>
              <a:rPr lang="en-US" dirty="0" smtClean="0"/>
              <a:t>Approximately 2.5 million Bangladeshis are addicted to drugs, and 80% are adolescents and young people of 15–30 years.</a:t>
            </a:r>
            <a:endParaRPr lang="en-US" dirty="0"/>
          </a:p>
        </p:txBody>
      </p:sp>
      <p:sp>
        <p:nvSpPr>
          <p:cNvPr id="2" name="Title 1"/>
          <p:cNvSpPr>
            <a:spLocks noGrp="1"/>
          </p:cNvSpPr>
          <p:nvPr>
            <p:ph type="title"/>
          </p:nvPr>
        </p:nvSpPr>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52600"/>
            <a:ext cx="8229600" cy="4724400"/>
          </a:xfrm>
        </p:spPr>
        <p:txBody>
          <a:bodyPr/>
          <a:lstStyle/>
          <a:p>
            <a:r>
              <a:rPr lang="en-US" b="1" dirty="0" smtClean="0"/>
              <a:t>Stimulants: </a:t>
            </a:r>
            <a:r>
              <a:rPr lang="en-US" dirty="0" smtClean="0"/>
              <a:t>Stimulants act on the central nervous system and speed you up. These increase the body's state of arousal by increasing the activity of the brain. Examples include cocaine, ecstasy (which is also a hallucinogen), meth, caffeine and nicotine.</a:t>
            </a:r>
          </a:p>
          <a:p>
            <a:r>
              <a:rPr lang="en-US" b="1" dirty="0" smtClean="0"/>
              <a:t>Depressants:</a:t>
            </a:r>
            <a:r>
              <a:rPr lang="en-US" dirty="0" smtClean="0"/>
              <a:t> Depressants are chemicals that slow down the central nervous system and suppress brain activity causing relief. The most common depressants are alcohol and cannabis (marijuana/hashish).</a:t>
            </a:r>
            <a:endParaRPr lang="en-US" dirty="0"/>
          </a:p>
        </p:txBody>
      </p:sp>
      <p:sp>
        <p:nvSpPr>
          <p:cNvPr id="2" name="Title 1"/>
          <p:cNvSpPr>
            <a:spLocks noGrp="1"/>
          </p:cNvSpPr>
          <p:nvPr>
            <p:ph type="title"/>
          </p:nvPr>
        </p:nvSpPr>
        <p:spPr>
          <a:xfrm>
            <a:off x="457200" y="533400"/>
            <a:ext cx="8229600" cy="990600"/>
          </a:xfrm>
        </p:spPr>
        <p:txBody>
          <a:bodyPr/>
          <a:lstStyle/>
          <a:p>
            <a:r>
              <a:rPr lang="en-US" dirty="0" smtClean="0"/>
              <a:t>Types of drug </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Opiates: </a:t>
            </a:r>
            <a:r>
              <a:rPr lang="en-US" dirty="0" smtClean="0"/>
              <a:t>Opiate drugs provide pain relief, euphoria, sedation and in increasing doses induce coma. Examples include heroin, morphine, opium, methadone and </a:t>
            </a:r>
            <a:r>
              <a:rPr lang="en-US" dirty="0" err="1" smtClean="0"/>
              <a:t>pethidine</a:t>
            </a:r>
            <a:r>
              <a:rPr lang="en-US" dirty="0" smtClean="0"/>
              <a:t>. </a:t>
            </a:r>
          </a:p>
          <a:p>
            <a:r>
              <a:rPr lang="en-US" b="1" dirty="0" smtClean="0"/>
              <a:t>Hallucinogens:</a:t>
            </a:r>
            <a:r>
              <a:rPr lang="en-US" dirty="0" smtClean="0"/>
              <a:t>  Hallucinogens cause changes in a person's perception of reality. These include cannabis, LSD, ecstasy and psilocybin (magic mushrooms).</a:t>
            </a:r>
            <a:endParaRPr lang="en-US" dirty="0"/>
          </a:p>
        </p:txBody>
      </p:sp>
      <p:sp>
        <p:nvSpPr>
          <p:cNvPr id="2" name="Title 1"/>
          <p:cNvSpPr>
            <a:spLocks noGrp="1"/>
          </p:cNvSpPr>
          <p:nvPr>
            <p:ph type="title"/>
          </p:nvPr>
        </p:nvSpPr>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Getting Sleep </a:t>
            </a:r>
          </a:p>
          <a:p>
            <a:r>
              <a:rPr lang="en-US" dirty="0" smtClean="0"/>
              <a:t>Staying awake </a:t>
            </a:r>
          </a:p>
          <a:p>
            <a:r>
              <a:rPr lang="en-US" dirty="0" smtClean="0"/>
              <a:t>Heightening Sexual experiences </a:t>
            </a:r>
          </a:p>
          <a:p>
            <a:r>
              <a:rPr lang="en-US" dirty="0" smtClean="0"/>
              <a:t>Removing pain</a:t>
            </a:r>
            <a:endParaRPr lang="en-US" dirty="0"/>
          </a:p>
        </p:txBody>
      </p:sp>
      <p:sp>
        <p:nvSpPr>
          <p:cNvPr id="2" name="Title 1"/>
          <p:cNvSpPr>
            <a:spLocks noGrp="1"/>
          </p:cNvSpPr>
          <p:nvPr>
            <p:ph type="title"/>
          </p:nvPr>
        </p:nvSpPr>
        <p:spPr/>
        <p:txBody>
          <a:bodyPr/>
          <a:lstStyle/>
          <a:p>
            <a:r>
              <a:rPr lang="en-US" dirty="0" smtClean="0"/>
              <a:t>Physiological Causes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Relieving Tension </a:t>
            </a:r>
          </a:p>
          <a:p>
            <a:r>
              <a:rPr lang="en-US" dirty="0" smtClean="0"/>
              <a:t>Escape from reality</a:t>
            </a:r>
          </a:p>
          <a:p>
            <a:r>
              <a:rPr lang="en-US" dirty="0" smtClean="0"/>
              <a:t>Relieving Boredom </a:t>
            </a:r>
          </a:p>
          <a:p>
            <a:r>
              <a:rPr lang="en-US" dirty="0" smtClean="0"/>
              <a:t>Satisfying Curiosity </a:t>
            </a:r>
          </a:p>
          <a:p>
            <a:r>
              <a:rPr lang="en-US" dirty="0" smtClean="0"/>
              <a:t>Alienation </a:t>
            </a:r>
          </a:p>
          <a:p>
            <a:r>
              <a:rPr lang="en-US" dirty="0" smtClean="0"/>
              <a:t>Poor performance </a:t>
            </a:r>
          </a:p>
          <a:p>
            <a:r>
              <a:rPr lang="en-US" dirty="0" smtClean="0"/>
              <a:t>Loss of respect and Occupation</a:t>
            </a:r>
            <a:endParaRPr lang="en-US" dirty="0"/>
          </a:p>
        </p:txBody>
      </p:sp>
      <p:sp>
        <p:nvSpPr>
          <p:cNvPr id="2" name="Title 1"/>
          <p:cNvSpPr>
            <a:spLocks noGrp="1"/>
          </p:cNvSpPr>
          <p:nvPr>
            <p:ph type="title"/>
          </p:nvPr>
        </p:nvSpPr>
        <p:spPr/>
        <p:txBody>
          <a:bodyPr/>
          <a:lstStyle/>
          <a:p>
            <a:r>
              <a:rPr lang="en-US" dirty="0" smtClean="0"/>
              <a:t>Psychological causes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Family </a:t>
            </a:r>
            <a:r>
              <a:rPr lang="en-US" dirty="0" err="1" smtClean="0"/>
              <a:t>dysfuction</a:t>
            </a:r>
            <a:r>
              <a:rPr lang="en-US" dirty="0" smtClean="0"/>
              <a:t>  </a:t>
            </a:r>
          </a:p>
          <a:p>
            <a:r>
              <a:rPr lang="en-US" dirty="0" smtClean="0"/>
              <a:t>Peer Influence </a:t>
            </a:r>
          </a:p>
          <a:p>
            <a:r>
              <a:rPr lang="en-US" dirty="0" smtClean="0"/>
              <a:t>Abuse</a:t>
            </a:r>
          </a:p>
          <a:p>
            <a:r>
              <a:rPr lang="en-US" dirty="0" smtClean="0"/>
              <a:t>Role Model (follow actors)</a:t>
            </a:r>
          </a:p>
          <a:p>
            <a:r>
              <a:rPr lang="en-US" dirty="0" smtClean="0"/>
              <a:t>Loss of a loved one</a:t>
            </a:r>
          </a:p>
          <a:p>
            <a:r>
              <a:rPr lang="en-US" dirty="0" smtClean="0"/>
              <a:t>Failed romance </a:t>
            </a:r>
          </a:p>
          <a:p>
            <a:r>
              <a:rPr lang="en-US" dirty="0" smtClean="0"/>
              <a:t>Socio-Economic Factors </a:t>
            </a:r>
          </a:p>
          <a:p>
            <a:r>
              <a:rPr lang="en-US" dirty="0" smtClean="0"/>
              <a:t>Availability of drugs</a:t>
            </a:r>
          </a:p>
          <a:p>
            <a:r>
              <a:rPr lang="en-US" dirty="0" smtClean="0"/>
              <a:t>Law and order situation</a:t>
            </a:r>
          </a:p>
          <a:p>
            <a:pPr>
              <a:buNone/>
            </a:pPr>
            <a:endParaRPr lang="en-US" dirty="0"/>
          </a:p>
        </p:txBody>
      </p:sp>
      <p:sp>
        <p:nvSpPr>
          <p:cNvPr id="2" name="Title 1"/>
          <p:cNvSpPr>
            <a:spLocks noGrp="1"/>
          </p:cNvSpPr>
          <p:nvPr>
            <p:ph type="title"/>
          </p:nvPr>
        </p:nvSpPr>
        <p:spPr/>
        <p:txBody>
          <a:bodyPr/>
          <a:lstStyle/>
          <a:p>
            <a:r>
              <a:rPr lang="en-US" dirty="0" smtClean="0"/>
              <a:t>Sociological causes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smtClean="0"/>
              <a:t>Getting an infectious disease</a:t>
            </a:r>
          </a:p>
          <a:p>
            <a:r>
              <a:rPr lang="en-US" dirty="0" smtClean="0"/>
              <a:t>Other health problems</a:t>
            </a:r>
          </a:p>
          <a:p>
            <a:r>
              <a:rPr lang="en-US" dirty="0" smtClean="0"/>
              <a:t>Accidents</a:t>
            </a:r>
          </a:p>
          <a:p>
            <a:r>
              <a:rPr lang="en-US" dirty="0" smtClean="0"/>
              <a:t>Suicide</a:t>
            </a:r>
          </a:p>
          <a:p>
            <a:r>
              <a:rPr lang="en-US" dirty="0" smtClean="0"/>
              <a:t>Family problems</a:t>
            </a:r>
          </a:p>
          <a:p>
            <a:r>
              <a:rPr lang="en-US" dirty="0" smtClean="0"/>
              <a:t>Immorality/Crime</a:t>
            </a:r>
          </a:p>
          <a:p>
            <a:r>
              <a:rPr lang="en-US" dirty="0" smtClean="0"/>
              <a:t>Work issues</a:t>
            </a:r>
          </a:p>
          <a:p>
            <a:r>
              <a:rPr lang="en-US" dirty="0" smtClean="0"/>
              <a:t>Problems at school</a:t>
            </a:r>
          </a:p>
          <a:p>
            <a:r>
              <a:rPr lang="en-US" dirty="0" smtClean="0"/>
              <a:t>Legal issues</a:t>
            </a:r>
          </a:p>
          <a:p>
            <a:r>
              <a:rPr lang="en-US" dirty="0" smtClean="0"/>
              <a:t>Financial problems</a:t>
            </a:r>
            <a:endParaRPr lang="en-US" dirty="0"/>
          </a:p>
        </p:txBody>
      </p:sp>
      <p:sp>
        <p:nvSpPr>
          <p:cNvPr id="2" name="Title 1"/>
          <p:cNvSpPr>
            <a:spLocks noGrp="1"/>
          </p:cNvSpPr>
          <p:nvPr>
            <p:ph type="title"/>
          </p:nvPr>
        </p:nvSpPr>
        <p:spPr/>
        <p:txBody>
          <a:bodyPr/>
          <a:lstStyle/>
          <a:p>
            <a:r>
              <a:rPr lang="en-US" dirty="0" smtClean="0"/>
              <a:t>Consequences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t>Families should be aware about there Son/Daughter. </a:t>
            </a:r>
          </a:p>
          <a:p>
            <a:r>
              <a:rPr lang="en-US" dirty="0" smtClean="0"/>
              <a:t>The program will strengthen the anti-drug smuggling.</a:t>
            </a:r>
          </a:p>
          <a:p>
            <a:r>
              <a:rPr lang="en-US" dirty="0" smtClean="0"/>
              <a:t>Be employments. </a:t>
            </a:r>
          </a:p>
          <a:p>
            <a:r>
              <a:rPr lang="en-US" dirty="0" smtClean="0"/>
              <a:t>Development and refinement of human values.</a:t>
            </a:r>
          </a:p>
          <a:p>
            <a:r>
              <a:rPr lang="en-US" dirty="0" smtClean="0"/>
              <a:t>Educational Awareness from Parents. </a:t>
            </a:r>
          </a:p>
          <a:p>
            <a:r>
              <a:rPr lang="en-US" dirty="0" smtClean="0"/>
              <a:t>Increased Personal and Social ability. </a:t>
            </a:r>
          </a:p>
          <a:p>
            <a:r>
              <a:rPr lang="en-US" dirty="0" smtClean="0"/>
              <a:t>Leave the bad company. </a:t>
            </a:r>
          </a:p>
          <a:p>
            <a:r>
              <a:rPr lang="en-US" dirty="0" smtClean="0"/>
              <a:t>Awareness building</a:t>
            </a:r>
          </a:p>
          <a:p>
            <a:r>
              <a:rPr lang="en-US" dirty="0" smtClean="0"/>
              <a:t>Role of media</a:t>
            </a:r>
            <a:endParaRPr lang="en-US" dirty="0"/>
          </a:p>
        </p:txBody>
      </p:sp>
      <p:sp>
        <p:nvSpPr>
          <p:cNvPr id="2" name="Title 1"/>
          <p:cNvSpPr>
            <a:spLocks noGrp="1"/>
          </p:cNvSpPr>
          <p:nvPr>
            <p:ph type="title"/>
          </p:nvPr>
        </p:nvSpPr>
        <p:spPr/>
        <p:txBody>
          <a:bodyPr/>
          <a:lstStyle/>
          <a:p>
            <a:r>
              <a:rPr lang="en-US" dirty="0" smtClean="0"/>
              <a:t>Steps to Reduce</a:t>
            </a:r>
            <a:r>
              <a:rPr lang="en-US" b="1" dirty="0" smtClean="0"/>
              <a:t> </a:t>
            </a:r>
            <a:r>
              <a:rPr lang="en-US" dirty="0" smtClean="0"/>
              <a:t>this Problems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smtClean="0"/>
          </a:p>
          <a:p>
            <a:endParaRPr lang="en-US" dirty="0" smtClean="0"/>
          </a:p>
          <a:p>
            <a:endParaRPr lang="en-US" dirty="0" smtClean="0"/>
          </a:p>
          <a:p>
            <a:r>
              <a:rPr lang="en-US" dirty="0" smtClean="0"/>
              <a:t>Thank you all </a:t>
            </a:r>
            <a:endParaRPr lang="en-US" dirty="0"/>
          </a:p>
        </p:txBody>
      </p:sp>
      <p:sp>
        <p:nvSpPr>
          <p:cNvPr id="2" name="Title 1"/>
          <p:cNvSpPr>
            <a:spLocks noGrp="1"/>
          </p:cNvSpPr>
          <p:nvPr>
            <p:ph type="title"/>
          </p:nvPr>
        </p:nvSpPr>
        <p:spPr/>
        <p:txBody>
          <a:bodyPr/>
          <a:lstStyle/>
          <a:p>
            <a:endParaRPr lang="en-US"/>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aper">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Paper">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Pap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blipFill>
          <a:blip xmlns:r="http://schemas.openxmlformats.org/officeDocument/2006/relationships" r:embed="rId1">
            <a:duotone>
              <a:schemeClr val="phClr">
                <a:shade val="55000"/>
                <a:alpha val="20000"/>
              </a:schemeClr>
              <a:schemeClr val="phClr">
                <a:tint val="40000"/>
                <a:shade val="90000"/>
                <a:satMod val="60000"/>
                <a:alpha val="20000"/>
              </a:schemeClr>
            </a:duotone>
          </a:blip>
          <a:tile tx="0" ty="0" sx="58000" sy="38000" flip="none" algn="tl"/>
        </a:blipFill>
        <a:blipFill>
          <a:blip xmlns:r="http://schemas.openxmlformats.org/officeDocument/2006/relationships" r:embed="rId2">
            <a:duotone>
              <a:schemeClr val="phClr">
                <a:shade val="12000"/>
                <a:satMod val="240000"/>
              </a:schemeClr>
              <a:schemeClr val="phClr">
                <a:tint val="6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Paper</Template>
  <TotalTime>254</TotalTime>
  <Words>451</Words>
  <Application>Microsoft Office PowerPoint</Application>
  <PresentationFormat>On-screen Show (4:3)</PresentationFormat>
  <Paragraphs>70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Paper</vt:lpstr>
      <vt:lpstr>Drug Addiction</vt:lpstr>
      <vt:lpstr>Drugs</vt:lpstr>
      <vt:lpstr>Drug addiction</vt:lpstr>
      <vt:lpstr>Slide 4</vt:lpstr>
      <vt:lpstr>Types of drug </vt:lpstr>
      <vt:lpstr>Slide 6</vt:lpstr>
      <vt:lpstr>Physiological Causes</vt:lpstr>
      <vt:lpstr>Psychological causes</vt:lpstr>
      <vt:lpstr>Sociological causes</vt:lpstr>
      <vt:lpstr>Consequences </vt:lpstr>
      <vt:lpstr>Steps to Reduce this Problems</vt:lpstr>
      <vt:lpstr>Slide 12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User</cp:lastModifiedBy>
  <cp:revision>42</cp:revision>
  <dcterms:created xsi:type="dcterms:W3CDTF">2006-08-16T00:00:00Z</dcterms:created>
  <dcterms:modified xsi:type="dcterms:W3CDTF">2023-12-08T12:57:49Z</dcterms:modified>
</cp:coreProperties>
</file>