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2" r:id="rId2"/>
    <p:sldId id="273" r:id="rId3"/>
    <p:sldId id="269" r:id="rId4"/>
    <p:sldId id="257" r:id="rId5"/>
    <p:sldId id="258" r:id="rId6"/>
    <p:sldId id="271" r:id="rId7"/>
    <p:sldId id="261" r:id="rId8"/>
    <p:sldId id="267" r:id="rId9"/>
    <p:sldId id="268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6" r:id="rId20"/>
    <p:sldId id="291" r:id="rId21"/>
    <p:sldId id="293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093-8BD3-4C48-86D2-ED42DA7739C6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1B75-8D45-469A-A274-C1A7A7F1B8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093-8BD3-4C48-86D2-ED42DA7739C6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1B75-8D45-469A-A274-C1A7A7F1B8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093-8BD3-4C48-86D2-ED42DA7739C6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1B75-8D45-469A-A274-C1A7A7F1B8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093-8BD3-4C48-86D2-ED42DA7739C6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1B75-8D45-469A-A274-C1A7A7F1B8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093-8BD3-4C48-86D2-ED42DA7739C6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1B75-8D45-469A-A274-C1A7A7F1B8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093-8BD3-4C48-86D2-ED42DA7739C6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1B75-8D45-469A-A274-C1A7A7F1B8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093-8BD3-4C48-86D2-ED42DA7739C6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1B75-8D45-469A-A274-C1A7A7F1B8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093-8BD3-4C48-86D2-ED42DA7739C6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1B75-8D45-469A-A274-C1A7A7F1B8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093-8BD3-4C48-86D2-ED42DA7739C6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1901B75-8D45-469A-A274-C1A7A7F1B8C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093-8BD3-4C48-86D2-ED42DA7739C6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1B75-8D45-469A-A274-C1A7A7F1B8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093-8BD3-4C48-86D2-ED42DA7739C6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01B75-8D45-469A-A274-C1A7A7F1B8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1F4B093-8BD3-4C48-86D2-ED42DA7739C6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1901B75-8D45-469A-A274-C1A7A7F1B8C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Sociology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81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smtClean="0"/>
              <a:t>Sociology is the study of society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The teaching of sociology as a separate discipline started in 1876 in the United States, in 1889 in France, in 1907 in Great Britain, after World War I in Poland and India, in 1925 in Egypt and Mexico, and in 1947 in Sweden.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The teaching of sociology began as early as 1926 in the philosophy department at Dhaka University as a part of a course “Ethics and Sociology”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As separate department started its journey in 1956 at Dhaka University.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Origin of the term ‘Sociology’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/>
          <a:lstStyle/>
          <a:p>
            <a:r>
              <a:rPr lang="en-US" dirty="0" smtClean="0"/>
              <a:t>The term ‘Sociology’ is derived from the Latin word ‘</a:t>
            </a:r>
            <a:r>
              <a:rPr lang="en-US" dirty="0" err="1" smtClean="0"/>
              <a:t>socius</a:t>
            </a:r>
            <a:r>
              <a:rPr lang="en-US" dirty="0" smtClean="0"/>
              <a:t>,’ which means ‘associate’ or ‘society,’ and the Greek word ‘logos,’ which means ‘systematic study’ or ‘science.’ </a:t>
            </a:r>
          </a:p>
          <a:p>
            <a:r>
              <a:rPr lang="en-US" dirty="0" smtClean="0"/>
              <a:t>Hence, it is a systematic study of society and associated people.</a:t>
            </a:r>
          </a:p>
          <a:p>
            <a:r>
              <a:rPr lang="en-US" dirty="0" smtClean="0"/>
              <a:t>The term ‘Sociology’ was first used by the French philosopher and Mathematician ‘</a:t>
            </a:r>
            <a:r>
              <a:rPr lang="en-US" dirty="0" err="1" smtClean="0"/>
              <a:t>Auguste</a:t>
            </a:r>
            <a:r>
              <a:rPr lang="en-US" dirty="0" smtClean="0"/>
              <a:t> Comte’ in 1842 in his book “</a:t>
            </a:r>
            <a:r>
              <a:rPr lang="en-US" dirty="0" err="1" smtClean="0"/>
              <a:t>Cours</a:t>
            </a:r>
            <a:r>
              <a:rPr lang="en-US" dirty="0" smtClean="0"/>
              <a:t> de </a:t>
            </a:r>
            <a:r>
              <a:rPr lang="en-US" dirty="0" err="1" smtClean="0"/>
              <a:t>Philosophie</a:t>
            </a:r>
            <a:r>
              <a:rPr lang="en-US" dirty="0" smtClean="0"/>
              <a:t> Positive” (Course of Positive Philosophy) for which he was considered as the father of Sociology.</a:t>
            </a:r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dirty="0" smtClean="0"/>
              <a:t>Definition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Sociology is a scientific study of human society, it’s origin, structure, function, and direction.</a:t>
            </a:r>
          </a:p>
          <a:p>
            <a:r>
              <a:rPr lang="en-US" b="1" dirty="0" smtClean="0"/>
              <a:t>August Comte-</a:t>
            </a:r>
            <a:r>
              <a:rPr lang="en-US" i="1" dirty="0" smtClean="0"/>
              <a:t>“sociology is the scientific study of society” </a:t>
            </a:r>
          </a:p>
          <a:p>
            <a:r>
              <a:rPr lang="en-US" b="1" dirty="0" err="1" smtClean="0"/>
              <a:t>Mex</a:t>
            </a:r>
            <a:r>
              <a:rPr lang="en-US" b="1" dirty="0" smtClean="0"/>
              <a:t> Weber-</a:t>
            </a:r>
            <a:r>
              <a:rPr lang="en-US" i="1" dirty="0" smtClean="0"/>
              <a:t>“Sociology is the study of social action”</a:t>
            </a:r>
          </a:p>
          <a:p>
            <a:r>
              <a:rPr lang="en-US" b="1" dirty="0" smtClean="0"/>
              <a:t>Park &amp; Burgess-</a:t>
            </a:r>
            <a:r>
              <a:rPr lang="en-US" i="1" dirty="0" smtClean="0"/>
              <a:t>“Sociology is the study of collective behavior”  </a:t>
            </a:r>
          </a:p>
          <a:p>
            <a:r>
              <a:rPr lang="en-US" b="1" dirty="0" smtClean="0"/>
              <a:t>Emile </a:t>
            </a:r>
            <a:r>
              <a:rPr lang="en-US" b="1" dirty="0" err="1" smtClean="0"/>
              <a:t>Durkhiem</a:t>
            </a:r>
            <a:r>
              <a:rPr lang="en-US" b="1" dirty="0" smtClean="0"/>
              <a:t>-</a:t>
            </a:r>
            <a:r>
              <a:rPr lang="en-US" i="1" dirty="0" smtClean="0"/>
              <a:t>“Sociology is the study of social facts through social institutions”. </a:t>
            </a:r>
          </a:p>
          <a:p>
            <a:r>
              <a:rPr lang="en-US" dirty="0" smtClean="0"/>
              <a:t> </a:t>
            </a:r>
            <a:r>
              <a:rPr lang="en-US" b="1" dirty="0" err="1" smtClean="0"/>
              <a:t>Tonnies</a:t>
            </a:r>
            <a:r>
              <a:rPr lang="en-US" b="1" dirty="0" smtClean="0"/>
              <a:t>-</a:t>
            </a:r>
            <a:r>
              <a:rPr lang="en-US" i="1" dirty="0" smtClean="0"/>
              <a:t>“Sociology is the study of humans living together” 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Mack Young-</a:t>
            </a:r>
            <a:r>
              <a:rPr lang="en-US" i="1" dirty="0" smtClean="0"/>
              <a:t>“Sociology is the study of social aspects of human life” </a:t>
            </a:r>
          </a:p>
          <a:p>
            <a:r>
              <a:rPr lang="en-US" b="1" dirty="0" smtClean="0"/>
              <a:t>Kingsley Davis </a:t>
            </a:r>
            <a:r>
              <a:rPr lang="en-US" i="1" dirty="0" smtClean="0"/>
              <a:t>-“Sociology is a general science of society”</a:t>
            </a:r>
          </a:p>
          <a:p>
            <a:r>
              <a:rPr lang="en-US" b="1" dirty="0" smtClean="0"/>
              <a:t>Harry M. Johnson- </a:t>
            </a:r>
            <a:r>
              <a:rPr lang="en-US" i="1" dirty="0" smtClean="0"/>
              <a:t>“sociology is the science that deals with social groups”. </a:t>
            </a:r>
          </a:p>
          <a:p>
            <a:r>
              <a:rPr lang="en-US" b="1" dirty="0" err="1" smtClean="0"/>
              <a:t>Ogburn</a:t>
            </a:r>
            <a:r>
              <a:rPr lang="en-US" b="1" dirty="0" smtClean="0"/>
              <a:t> and </a:t>
            </a:r>
            <a:r>
              <a:rPr lang="en-US" b="1" dirty="0" err="1" smtClean="0"/>
              <a:t>Nimkoff</a:t>
            </a:r>
            <a:r>
              <a:rPr lang="en-US" b="1" dirty="0" smtClean="0"/>
              <a:t>- </a:t>
            </a:r>
            <a:r>
              <a:rPr lang="en-US" i="1" dirty="0" smtClean="0"/>
              <a:t>“the scientific study of social life”. </a:t>
            </a:r>
          </a:p>
          <a:p>
            <a:r>
              <a:rPr lang="en-US" b="1" dirty="0" smtClean="0"/>
              <a:t>Franklin Henry Giddings- </a:t>
            </a:r>
            <a:r>
              <a:rPr lang="en-US" i="1" dirty="0" smtClean="0"/>
              <a:t>“the science of social phenomena”.</a:t>
            </a:r>
          </a:p>
          <a:p>
            <a:r>
              <a:rPr lang="en-US" dirty="0" smtClean="0"/>
              <a:t>On the basis of above definitions, we can conclude that sociology is concerned with men, their social relations and their society.</a:t>
            </a:r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2192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Subject matter of Sociology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6096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Society (how societies are formed, structured, and maintained)</a:t>
            </a:r>
          </a:p>
          <a:p>
            <a:r>
              <a:rPr lang="en-US" dirty="0" smtClean="0"/>
              <a:t>Social Institutions (Family, Religion, Education, Economy, State and Politics)</a:t>
            </a:r>
          </a:p>
          <a:p>
            <a:r>
              <a:rPr lang="en-US" dirty="0" smtClean="0"/>
              <a:t>Social Interaction</a:t>
            </a:r>
          </a:p>
          <a:p>
            <a:r>
              <a:rPr lang="en-US" dirty="0" smtClean="0"/>
              <a:t>Social Groups and Communities</a:t>
            </a:r>
          </a:p>
          <a:p>
            <a:r>
              <a:rPr lang="en-US" dirty="0" smtClean="0"/>
              <a:t>Social Stratification and Class</a:t>
            </a:r>
          </a:p>
          <a:p>
            <a:r>
              <a:rPr lang="en-US" dirty="0" smtClean="0"/>
              <a:t>Culture and Norms</a:t>
            </a:r>
          </a:p>
          <a:p>
            <a:r>
              <a:rPr lang="en-US" dirty="0" smtClean="0"/>
              <a:t>Race and Ethnicity </a:t>
            </a:r>
          </a:p>
          <a:p>
            <a:r>
              <a:rPr lang="en-US" dirty="0" smtClean="0"/>
              <a:t>Social Change (Industrialization, Globalization, Urbanization)</a:t>
            </a:r>
          </a:p>
          <a:p>
            <a:r>
              <a:rPr lang="en-US" dirty="0" smtClean="0"/>
              <a:t>Social Problems</a:t>
            </a:r>
          </a:p>
          <a:p>
            <a:r>
              <a:rPr lang="en-US" dirty="0" smtClean="0"/>
              <a:t>Social Control</a:t>
            </a:r>
          </a:p>
          <a:p>
            <a:r>
              <a:rPr lang="en-US" dirty="0" smtClean="0"/>
              <a:t>Socialization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Nature/characteristics of Sociology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9530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Humanizing Science: 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Sociology is an Independent Science.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Sociology is an Empirical Science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Sociology is a Social Science and not a Pure Science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Sociology is a Theoretical and not an Applied Science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Sociology is an Abstract Science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Sociology is a Generalizing Science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Sociology is a Dynamic Science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Sociology is a Normative Neutral Science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Sociology Studies Both Stability and Change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Sociology is Universal</a:t>
            </a:r>
          </a:p>
          <a:p>
            <a:endParaRPr lang="en-US" b="1" dirty="0" smtClean="0"/>
          </a:p>
          <a:p>
            <a:endParaRPr lang="en-US" dirty="0" smtClean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14400"/>
          </a:xfrm>
        </p:spPr>
        <p:txBody>
          <a:bodyPr/>
          <a:lstStyle/>
          <a:p>
            <a:r>
              <a:rPr lang="en-US" dirty="0" smtClean="0"/>
              <a:t>Importance Of Sociology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r>
              <a:rPr lang="en-US" dirty="0" smtClean="0">
                <a:cs typeface="Times New Roman" pitchFamily="18" charset="0"/>
              </a:rPr>
              <a:t>Sociology makes a scientific study of society</a:t>
            </a:r>
          </a:p>
          <a:p>
            <a:r>
              <a:rPr lang="en-US" dirty="0" smtClean="0">
                <a:cs typeface="Times New Roman" pitchFamily="18" charset="0"/>
              </a:rPr>
              <a:t>Scientific study of social </a:t>
            </a:r>
            <a:r>
              <a:rPr lang="en-US" dirty="0" err="1" smtClean="0">
                <a:cs typeface="Times New Roman" pitchFamily="18" charset="0"/>
              </a:rPr>
              <a:t>behaviour</a:t>
            </a:r>
            <a:r>
              <a:rPr lang="en-US" dirty="0" smtClean="0">
                <a:cs typeface="Times New Roman" pitchFamily="18" charset="0"/>
              </a:rPr>
              <a:t> of humans</a:t>
            </a:r>
          </a:p>
          <a:p>
            <a:r>
              <a:rPr lang="en-US" dirty="0" smtClean="0">
                <a:cs typeface="Times New Roman" pitchFamily="18" charset="0"/>
              </a:rPr>
              <a:t>Provides  basic knowledge about human society</a:t>
            </a:r>
          </a:p>
          <a:p>
            <a:r>
              <a:rPr lang="en-US" dirty="0" smtClean="0">
                <a:cs typeface="Times New Roman" pitchFamily="18" charset="0"/>
              </a:rPr>
              <a:t>Sociology studies role of the institutions in the development of the individuals</a:t>
            </a:r>
          </a:p>
          <a:p>
            <a:r>
              <a:rPr lang="en-US" dirty="0" smtClean="0">
                <a:cs typeface="Times New Roman" pitchFamily="18" charset="0"/>
              </a:rPr>
              <a:t>For understanding and planning of society</a:t>
            </a:r>
          </a:p>
          <a:p>
            <a:r>
              <a:rPr lang="en-US" dirty="0" smtClean="0">
                <a:cs typeface="Times New Roman" pitchFamily="18" charset="0"/>
              </a:rPr>
              <a:t>Identifying social problems</a:t>
            </a:r>
          </a:p>
          <a:p>
            <a:r>
              <a:rPr lang="en-US" dirty="0" smtClean="0">
                <a:cs typeface="Times New Roman" pitchFamily="18" charset="0"/>
              </a:rPr>
              <a:t>Solution of social problems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305800" cy="438912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cs typeface="Times New Roman" pitchFamily="18" charset="0"/>
              </a:rPr>
              <a:t>To  change outlook the problems of crime</a:t>
            </a:r>
          </a:p>
          <a:p>
            <a:r>
              <a:rPr lang="en-US" dirty="0" smtClean="0">
                <a:cs typeface="Times New Roman" pitchFamily="18" charset="0"/>
              </a:rPr>
              <a:t>To enrich human culture</a:t>
            </a:r>
          </a:p>
          <a:p>
            <a:r>
              <a:rPr lang="en-US" dirty="0" smtClean="0">
                <a:cs typeface="Times New Roman" pitchFamily="18" charset="0"/>
              </a:rPr>
              <a:t>To keeps us update on modern situations </a:t>
            </a:r>
          </a:p>
          <a:p>
            <a:r>
              <a:rPr lang="en-US" dirty="0" smtClean="0"/>
              <a:t>Helps in conciliation and adjustment</a:t>
            </a:r>
          </a:p>
          <a:p>
            <a:r>
              <a:rPr lang="en-US" dirty="0" smtClean="0"/>
              <a:t>Social reform and reconstruction</a:t>
            </a:r>
          </a:p>
          <a:p>
            <a:r>
              <a:rPr lang="en-US" dirty="0" smtClean="0"/>
              <a:t>To preserve cultural heritage</a:t>
            </a:r>
          </a:p>
          <a:p>
            <a:r>
              <a:rPr lang="en-US" dirty="0" smtClean="0"/>
              <a:t>To overcome prejudices, misconceptions</a:t>
            </a:r>
          </a:p>
          <a:p>
            <a:r>
              <a:rPr lang="en-US" dirty="0" smtClean="0"/>
              <a:t> To promote the welfare of the tribal/minorities/weaker people </a:t>
            </a:r>
          </a:p>
          <a:p>
            <a:r>
              <a:rPr lang="en-US" dirty="0" smtClean="0"/>
              <a:t>For socialization 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Sociology as a Science: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According to </a:t>
            </a:r>
            <a:r>
              <a:rPr lang="en-US" dirty="0" err="1" smtClean="0"/>
              <a:t>Auguste</a:t>
            </a:r>
            <a:r>
              <a:rPr lang="en-US" dirty="0" smtClean="0"/>
              <a:t> Comte and Durkheim, </a:t>
            </a:r>
            <a:r>
              <a:rPr lang="en-US" i="1" dirty="0" smtClean="0"/>
              <a:t>“Sociology is a science because it adopts and applies the scientific method”. </a:t>
            </a:r>
          </a:p>
          <a:p>
            <a:r>
              <a:rPr lang="en-US" dirty="0" smtClean="0"/>
              <a:t>Sociology does make use of scientific methods in the study of its subject matter. </a:t>
            </a:r>
          </a:p>
          <a:p>
            <a:r>
              <a:rPr lang="en-US" dirty="0" smtClean="0"/>
              <a:t>Hence Sociology is a science. </a:t>
            </a:r>
          </a:p>
          <a:p>
            <a:r>
              <a:rPr lang="en-US" dirty="0" smtClean="0"/>
              <a:t>It is a science because of the following reasons:</a:t>
            </a:r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 smtClean="0"/>
              <a:t>(1) Sociology adopts scientific method:</a:t>
            </a:r>
          </a:p>
          <a:p>
            <a:pPr fontAlgn="base"/>
            <a:r>
              <a:rPr lang="en-US" dirty="0" smtClean="0"/>
              <a:t>Though it cannot do experiment with men in a laboratory still man’s social </a:t>
            </a:r>
            <a:r>
              <a:rPr lang="en-US" dirty="0" err="1" smtClean="0"/>
              <a:t>behaviour</a:t>
            </a:r>
            <a:r>
              <a:rPr lang="en-US" dirty="0" smtClean="0"/>
              <a:t> is subject to scientific investigation like natural phenomenon. </a:t>
            </a:r>
          </a:p>
          <a:p>
            <a:pPr fontAlgn="base"/>
            <a:r>
              <a:rPr lang="en-US" dirty="0" smtClean="0"/>
              <a:t>It employs scientific methods as scales of </a:t>
            </a:r>
            <a:r>
              <a:rPr lang="en-US" dirty="0" err="1" smtClean="0"/>
              <a:t>sociometry</a:t>
            </a:r>
            <a:r>
              <a:rPr lang="en-US" dirty="0" smtClean="0"/>
              <a:t> schedule, case study, interview and questionnaire which is used to quantitatively measure social phenomenon.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 smtClean="0"/>
              <a:t>(2) Sociology makes accurate observation:</a:t>
            </a:r>
          </a:p>
          <a:p>
            <a:pPr fontAlgn="base"/>
            <a:r>
              <a:rPr lang="en-US" dirty="0" smtClean="0"/>
              <a:t>laboratory experiment is not the only criteria of science. </a:t>
            </a:r>
          </a:p>
          <a:p>
            <a:pPr fontAlgn="base"/>
            <a:r>
              <a:rPr lang="en-US" dirty="0" smtClean="0"/>
              <a:t>The whole social world is the laboratory of sociology. ‘Newton did not invent their laws inside a laboratory. </a:t>
            </a:r>
          </a:p>
          <a:p>
            <a:pPr fontAlgn="base"/>
            <a:r>
              <a:rPr lang="en-US" dirty="0" smtClean="0"/>
              <a:t>Sociology makes observation of tribal marriage at the time of occurrence. 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 smtClean="0"/>
              <a:t>(3) Objectivity is possible in Sociology:</a:t>
            </a:r>
          </a:p>
          <a:p>
            <a:pPr fontAlgn="base"/>
            <a:r>
              <a:rPr lang="en-US" dirty="0" smtClean="0"/>
              <a:t>Sociology can also make objective study of social phenomena. </a:t>
            </a:r>
          </a:p>
          <a:p>
            <a:pPr fontAlgn="base"/>
            <a:r>
              <a:rPr lang="en-US" dirty="0" smtClean="0"/>
              <a:t>New techniques and methods are also introduced to make social phenomena more objective. </a:t>
            </a:r>
          </a:p>
          <a:p>
            <a:pPr fontAlgn="base"/>
            <a:r>
              <a:rPr lang="en-US" dirty="0" smtClean="0"/>
              <a:t>The statement that dowry is a social evil is an objective statement which is based on facts collected by sociologists. </a:t>
            </a:r>
          </a:p>
          <a:p>
            <a:pPr fontAlgn="base"/>
            <a:r>
              <a:rPr lang="en-US" dirty="0" smtClean="0"/>
              <a:t>Further Survey and revivification proves this.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 smtClean="0"/>
              <a:t>(4) Sociology describes cause-effect relationship:</a:t>
            </a:r>
          </a:p>
          <a:p>
            <a:pPr fontAlgn="base"/>
            <a:r>
              <a:rPr lang="en-US" dirty="0" smtClean="0"/>
              <a:t>While studying family or population growth Sociology has traced the relationship between family </a:t>
            </a:r>
            <a:r>
              <a:rPr lang="en-US" dirty="0" err="1" smtClean="0"/>
              <a:t>disorganisation</a:t>
            </a:r>
            <a:r>
              <a:rPr lang="en-US" dirty="0" smtClean="0"/>
              <a:t> and divorce and population growth and poverty. </a:t>
            </a:r>
          </a:p>
          <a:p>
            <a:pPr fontAlgn="base"/>
            <a:r>
              <a:rPr lang="en-US" dirty="0" smtClean="0"/>
              <a:t>Family </a:t>
            </a:r>
            <a:r>
              <a:rPr lang="en-US" dirty="0" err="1" smtClean="0"/>
              <a:t>disorganisation</a:t>
            </a:r>
            <a:r>
              <a:rPr lang="en-US" dirty="0" smtClean="0"/>
              <a:t> is the cause of divorce and population growth is the cause of poverty. </a:t>
            </a:r>
          </a:p>
          <a:p>
            <a:pPr fontAlgn="base"/>
            <a:r>
              <a:rPr lang="en-US" dirty="0" smtClean="0"/>
              <a:t>Thus sociology describes cause-effect relationship in social </a:t>
            </a:r>
            <a:r>
              <a:rPr lang="en-US" dirty="0" err="1" smtClean="0"/>
              <a:t>disorganisation</a:t>
            </a:r>
            <a:r>
              <a:rPr lang="en-US" dirty="0" smtClean="0"/>
              <a:t> and population explosion. </a:t>
            </a:r>
          </a:p>
          <a:p>
            <a:pPr fontAlgn="base"/>
            <a:r>
              <a:rPr lang="en-US" dirty="0" smtClean="0"/>
              <a:t>Hence sociology is a science.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 smtClean="0"/>
              <a:t>(5) Sociology makes accurate measurement:</a:t>
            </a:r>
          </a:p>
          <a:p>
            <a:pPr fontAlgn="base"/>
            <a:r>
              <a:rPr lang="en-US" dirty="0" smtClean="0"/>
              <a:t>Sociology, like natural sciences also accurately measures social phenomena or relationships. </a:t>
            </a:r>
          </a:p>
          <a:p>
            <a:pPr fontAlgn="base"/>
            <a:r>
              <a:rPr lang="en-US" dirty="0" smtClean="0"/>
              <a:t>By using statistical method, socio-metric scale, scales of measurement sociology effectively and accurately measures social relationships. </a:t>
            </a:r>
          </a:p>
          <a:p>
            <a:pPr fontAlgn="base"/>
            <a:r>
              <a:rPr lang="en-US" dirty="0" smtClean="0"/>
              <a:t>Hence Sociology is a science.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 smtClean="0"/>
              <a:t>(6) Sociology makes accurate Prediction:</a:t>
            </a:r>
          </a:p>
          <a:p>
            <a:pPr fontAlgn="base"/>
            <a:r>
              <a:rPr lang="en-US" dirty="0" smtClean="0"/>
              <a:t>On the basis of cause-effect relationship sociology can accurately predict about future.</a:t>
            </a:r>
          </a:p>
          <a:p>
            <a:pPr fontAlgn="base"/>
            <a:r>
              <a:rPr lang="en-US" dirty="0" smtClean="0"/>
              <a:t>If there will be dowry in society then it will lead to suicide, poverty. </a:t>
            </a:r>
          </a:p>
          <a:p>
            <a:pPr fontAlgn="base"/>
            <a:r>
              <a:rPr lang="en-US" dirty="0" smtClean="0"/>
              <a:t>Cuvier opines this predictive value of Sociology is improved day by day. As Sociology matures day by day it predicts more accurately.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 smtClean="0"/>
              <a:t>(7) Sociology makes generalization:</a:t>
            </a:r>
          </a:p>
          <a:p>
            <a:pPr fontAlgn="base"/>
            <a:r>
              <a:rPr lang="en-US" dirty="0" smtClean="0"/>
              <a:t>The notion that generalization drawn by social sciences are not universal proved wrong. Like natural sciences Sociology became able to draw generalization which is universally applicable. </a:t>
            </a:r>
          </a:p>
          <a:p>
            <a:pPr fontAlgn="base"/>
            <a:r>
              <a:rPr lang="en-US" dirty="0" smtClean="0"/>
              <a:t>The concept of incest taboo-prohibited sex relationship among blood relatives is a universal truth.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 smtClean="0"/>
              <a:t>The principles of Sociology are Universal:</a:t>
            </a:r>
          </a:p>
          <a:p>
            <a:pPr fontAlgn="base"/>
            <a:r>
              <a:rPr lang="en-US" dirty="0" smtClean="0"/>
              <a:t>The laws of sociology prove true at all times and places. As long as the conditions do not vary, the laws are devoid of any exceptions. </a:t>
            </a:r>
          </a:p>
          <a:p>
            <a:pPr fontAlgn="base"/>
            <a:r>
              <a:rPr lang="en-US" dirty="0" smtClean="0"/>
              <a:t>For example, the principle that individual </a:t>
            </a:r>
            <a:r>
              <a:rPr lang="en-US" dirty="0" err="1" smtClean="0"/>
              <a:t>disorganisation</a:t>
            </a:r>
            <a:r>
              <a:rPr lang="en-US" dirty="0" smtClean="0"/>
              <a:t> and social </a:t>
            </a:r>
            <a:r>
              <a:rPr lang="en-US" dirty="0" err="1" smtClean="0"/>
              <a:t>disorganisation</a:t>
            </a:r>
            <a:r>
              <a:rPr lang="en-US" dirty="0" smtClean="0"/>
              <a:t> depend upon each other is true in all times and at all places.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27711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Limitations of Sociology as a Scientific Discipline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There are some others like Max-</a:t>
            </a:r>
            <a:r>
              <a:rPr lang="en-US" dirty="0" err="1" smtClean="0"/>
              <a:t>weber</a:t>
            </a:r>
            <a:r>
              <a:rPr lang="en-US" dirty="0" smtClean="0"/>
              <a:t> who deny the status of science to Sociology. </a:t>
            </a:r>
          </a:p>
          <a:p>
            <a:r>
              <a:rPr lang="en-US" dirty="0" smtClean="0"/>
              <a:t>He said Sociology can’t be an objective Science. However, those who deny the status of science to Sociology they put forth following arguments:</a:t>
            </a:r>
          </a:p>
          <a:p>
            <a:r>
              <a:rPr lang="en-US" b="1" dirty="0" smtClean="0"/>
              <a:t>Lack of Experimentation:</a:t>
            </a:r>
          </a:p>
          <a:p>
            <a:r>
              <a:rPr lang="en-US" b="1" dirty="0" smtClean="0"/>
              <a:t>Lack of Prediction:</a:t>
            </a:r>
          </a:p>
          <a:p>
            <a:r>
              <a:rPr lang="en-US" b="1" dirty="0" smtClean="0"/>
              <a:t>Lack of accurate measurement</a:t>
            </a:r>
          </a:p>
          <a:p>
            <a:endParaRPr lang="en-US" b="1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48200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US" dirty="0" smtClean="0"/>
              <a:t>The above argument shows that Sociology is not a science. But famous Sociologist Robert </a:t>
            </a:r>
            <a:r>
              <a:rPr lang="en-US" dirty="0" err="1" smtClean="0"/>
              <a:t>Bierstedt</a:t>
            </a:r>
            <a:r>
              <a:rPr lang="en-US" dirty="0" smtClean="0"/>
              <a:t> in his book “The social order” clearly explain the nature of Sociology in the following way:</a:t>
            </a:r>
          </a:p>
          <a:p>
            <a:pPr fontAlgn="base"/>
            <a:r>
              <a:rPr lang="en-US" dirty="0" smtClean="0"/>
              <a:t>(1) Sociology is a social and not a natural science.</a:t>
            </a:r>
          </a:p>
          <a:p>
            <a:pPr fontAlgn="base"/>
            <a:r>
              <a:rPr lang="en-US" dirty="0" smtClean="0"/>
              <a:t>(2) Sociology is a positive and not a normative science.</a:t>
            </a:r>
          </a:p>
          <a:p>
            <a:pPr fontAlgn="base"/>
            <a:r>
              <a:rPr lang="en-US" dirty="0" smtClean="0"/>
              <a:t>(3) Sociology is a pure science and not an applied science.</a:t>
            </a:r>
          </a:p>
          <a:p>
            <a:pPr fontAlgn="base"/>
            <a:r>
              <a:rPr lang="en-US" dirty="0" smtClean="0"/>
              <a:t>(4) Sociology is an abstract science and not a concrete science.</a:t>
            </a:r>
          </a:p>
          <a:p>
            <a:pPr fontAlgn="base"/>
            <a:r>
              <a:rPr lang="en-US" dirty="0" smtClean="0"/>
              <a:t>(5) Sociology is a </a:t>
            </a:r>
            <a:r>
              <a:rPr lang="en-US" dirty="0" err="1" smtClean="0"/>
              <a:t>generalising</a:t>
            </a:r>
            <a:r>
              <a:rPr lang="en-US" dirty="0" smtClean="0"/>
              <a:t> science and not a </a:t>
            </a:r>
            <a:r>
              <a:rPr lang="en-US" dirty="0" err="1" smtClean="0"/>
              <a:t>particularising</a:t>
            </a:r>
            <a:r>
              <a:rPr lang="en-US" dirty="0" smtClean="0"/>
              <a:t> science.</a:t>
            </a:r>
          </a:p>
          <a:p>
            <a:pPr fontAlgn="base"/>
            <a:r>
              <a:rPr lang="en-US" dirty="0" smtClean="0"/>
              <a:t>(6) Sociology is both a rational and an empirical science.</a:t>
            </a:r>
          </a:p>
          <a:p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                                Thank you All</a:t>
            </a:r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539</TotalTime>
  <Words>1216</Words>
  <Application>Microsoft Office PowerPoint</Application>
  <PresentationFormat>On-screen Show (4:3)</PresentationFormat>
  <Paragraphs>118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Flow</vt:lpstr>
      <vt:lpstr>Sociology</vt:lpstr>
      <vt:lpstr>Slide 2</vt:lpstr>
      <vt:lpstr>Origin of the term ‘Sociology’ </vt:lpstr>
      <vt:lpstr>Definition </vt:lpstr>
      <vt:lpstr>Slide 5</vt:lpstr>
      <vt:lpstr>Subject matter of Sociology </vt:lpstr>
      <vt:lpstr>Nature/characteristics of Sociology </vt:lpstr>
      <vt:lpstr>Importance Of Sociology</vt:lpstr>
      <vt:lpstr>Slide 9</vt:lpstr>
      <vt:lpstr>Sociology as a Science: 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Limitations of Sociology as a Scientific Discipline </vt:lpstr>
      <vt:lpstr>Slide 20</vt:lpstr>
      <vt:lpstr>Slide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Ashrafil</dc:creator>
  <cp:lastModifiedBy>Uder</cp:lastModifiedBy>
  <cp:revision>85</cp:revision>
  <dcterms:created xsi:type="dcterms:W3CDTF">2017-07-06T12:08:08Z</dcterms:created>
  <dcterms:modified xsi:type="dcterms:W3CDTF">2025-07-20T13:23:26Z</dcterms:modified>
</cp:coreProperties>
</file>