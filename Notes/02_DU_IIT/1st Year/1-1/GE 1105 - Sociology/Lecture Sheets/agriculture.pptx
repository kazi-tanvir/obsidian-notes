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Modernization of Agriculture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/>
          <a:lstStyle/>
          <a:p>
            <a:r>
              <a:rPr lang="en-US" dirty="0" smtClean="0"/>
              <a:t>Modernization of Agriculture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Modernization of agriculture means the development of total agriculture system with the help of modern technology.</a:t>
            </a:r>
          </a:p>
          <a:p>
            <a:r>
              <a:rPr lang="en-US" dirty="0" smtClean="0"/>
              <a:t>Agricultural modernization refers to the process of transforming traditional farming practices into more efficient, mechanized, and sustainable methods.</a:t>
            </a:r>
          </a:p>
          <a:p>
            <a:r>
              <a:rPr lang="en-US" dirty="0" smtClean="0"/>
              <a:t>It involves the use of modern machinery, improved seeds, irrigation, fertilizers, digital technologies, scientific farming methods, and better agricultural management.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Major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Mechanization</a:t>
            </a:r>
            <a:r>
              <a:rPr lang="en-US" dirty="0" smtClean="0"/>
              <a:t> – Use of tractors, power tillers, harvesters, threshers, irrigation pumps, etc.</a:t>
            </a:r>
          </a:p>
          <a:p>
            <a:r>
              <a:rPr lang="en-US" b="1" dirty="0" smtClean="0"/>
              <a:t>Improved seeds</a:t>
            </a:r>
            <a:r>
              <a:rPr lang="en-US" dirty="0" smtClean="0"/>
              <a:t> – Use of high-yielding, disease-resistant and climate-resilient varieties. </a:t>
            </a:r>
          </a:p>
          <a:p>
            <a:r>
              <a:rPr lang="en-US" b="1" dirty="0" smtClean="0"/>
              <a:t>Modern irrigation</a:t>
            </a:r>
            <a:r>
              <a:rPr lang="en-US" dirty="0" smtClean="0"/>
              <a:t> – Introduction of deep-tube wells, drip irrigation, sprinklers and water-saving techniques. </a:t>
            </a:r>
          </a:p>
          <a:p>
            <a:r>
              <a:rPr lang="en-US" b="1" dirty="0" smtClean="0"/>
              <a:t>Scientific use of fertilizers and pesticides</a:t>
            </a:r>
            <a:r>
              <a:rPr lang="en-US" dirty="0" smtClean="0"/>
              <a:t> – Applying inputs according to soil and crop requirements.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Digital agriculture</a:t>
            </a:r>
            <a:r>
              <a:rPr lang="en-US" dirty="0" smtClean="0"/>
              <a:t> – Use of </a:t>
            </a:r>
            <a:r>
              <a:rPr lang="en-US" dirty="0" err="1" smtClean="0"/>
              <a:t>smartphones</a:t>
            </a:r>
            <a:r>
              <a:rPr lang="en-US" dirty="0" smtClean="0"/>
              <a:t>, satellite data, GPS, drones, weather information and precision farming. </a:t>
            </a:r>
          </a:p>
          <a:p>
            <a:r>
              <a:rPr lang="en-US" b="1" dirty="0" smtClean="0"/>
              <a:t>Modern farming techniques</a:t>
            </a:r>
            <a:r>
              <a:rPr lang="en-US" dirty="0" smtClean="0"/>
              <a:t> – Crop rotation, integrated pest management, conservation agriculture and protected cultivation. </a:t>
            </a:r>
          </a:p>
          <a:p>
            <a:r>
              <a:rPr lang="en-US" b="1" dirty="0" smtClean="0"/>
              <a:t>Post-harvest technology</a:t>
            </a:r>
            <a:r>
              <a:rPr lang="en-US" dirty="0" smtClean="0"/>
              <a:t> – Improved storage, processing, packaging and transportation to reduce losses. </a:t>
            </a:r>
          </a:p>
          <a:p>
            <a:r>
              <a:rPr lang="en-US" b="1" dirty="0" smtClean="0"/>
              <a:t>Access to markets and finance</a:t>
            </a:r>
            <a:r>
              <a:rPr lang="en-US" dirty="0" smtClean="0"/>
              <a:t> – Digital marketplaces, agricultural credit, crop insurance and better market information.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r>
              <a:rPr lang="en-US" dirty="0" smtClean="0"/>
              <a:t>Importance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Increases productivity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Food security </a:t>
            </a:r>
          </a:p>
          <a:p>
            <a:r>
              <a:rPr lang="en-US" dirty="0" smtClean="0"/>
              <a:t>Reduces dependence on traditional labor-intensive methods </a:t>
            </a:r>
          </a:p>
          <a:p>
            <a:r>
              <a:rPr lang="en-US" dirty="0" smtClean="0"/>
              <a:t>Saves time, labor and production costs </a:t>
            </a:r>
          </a:p>
          <a:p>
            <a:r>
              <a:rPr lang="en-US" dirty="0" smtClean="0"/>
              <a:t>Improves farmers' income and living standards</a:t>
            </a:r>
          </a:p>
          <a:p>
            <a:r>
              <a:rPr lang="en-US" dirty="0" smtClean="0"/>
              <a:t>Reduces post-harvest losses </a:t>
            </a:r>
          </a:p>
          <a:p>
            <a:r>
              <a:rPr lang="en-US" dirty="0" smtClean="0"/>
              <a:t>Promotes efficient use of water, land and other resources </a:t>
            </a:r>
          </a:p>
          <a:p>
            <a:r>
              <a:rPr lang="en-US" dirty="0" smtClean="0"/>
              <a:t>Adapt to climate change </a:t>
            </a:r>
          </a:p>
          <a:p>
            <a:r>
              <a:rPr lang="en-US" dirty="0" smtClean="0"/>
              <a:t>Encourages commercialization and rural economic development</a:t>
            </a:r>
          </a:p>
          <a:p>
            <a:r>
              <a:rPr lang="en-US" dirty="0" smtClean="0"/>
              <a:t>Employment generation</a:t>
            </a:r>
          </a:p>
          <a:p>
            <a:r>
              <a:rPr lang="en-US" dirty="0" smtClean="0"/>
              <a:t>Economic growth and development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r>
              <a:rPr lang="en-US" dirty="0" smtClean="0"/>
              <a:t>Major Challenges in Bd.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Small and fragmented landholdings</a:t>
            </a:r>
          </a:p>
          <a:p>
            <a:r>
              <a:rPr lang="en-US" dirty="0" smtClean="0"/>
              <a:t>High cost of machinery</a:t>
            </a:r>
          </a:p>
          <a:p>
            <a:r>
              <a:rPr lang="en-US" dirty="0" smtClean="0"/>
              <a:t>Incomplete mechanization</a:t>
            </a:r>
          </a:p>
          <a:p>
            <a:r>
              <a:rPr lang="en-US" dirty="0" smtClean="0"/>
              <a:t>Limited access to finance</a:t>
            </a:r>
          </a:p>
          <a:p>
            <a:r>
              <a:rPr lang="en-US" dirty="0" smtClean="0"/>
              <a:t>Climate change and natural disasters</a:t>
            </a:r>
          </a:p>
          <a:p>
            <a:r>
              <a:rPr lang="en-US" dirty="0" smtClean="0"/>
              <a:t>Declining agricultural </a:t>
            </a:r>
            <a:r>
              <a:rPr lang="en-US" dirty="0" err="1" smtClean="0"/>
              <a:t>labour</a:t>
            </a:r>
            <a:r>
              <a:rPr lang="en-US" dirty="0" smtClean="0"/>
              <a:t> availability</a:t>
            </a:r>
          </a:p>
          <a:p>
            <a:r>
              <a:rPr lang="en-US" dirty="0" smtClean="0"/>
              <a:t>Weak post-harvest management</a:t>
            </a:r>
          </a:p>
          <a:p>
            <a:r>
              <a:rPr lang="en-US" dirty="0" smtClean="0"/>
              <a:t>Poor market linkage and price volatility</a:t>
            </a:r>
          </a:p>
          <a:p>
            <a:r>
              <a:rPr lang="en-US" dirty="0" smtClean="0"/>
              <a:t>High production costs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Weak farmer organizations and cooperatives</a:t>
            </a:r>
          </a:p>
          <a:p>
            <a:r>
              <a:rPr lang="en-US" dirty="0" smtClean="0"/>
              <a:t>Limited agro-processing facilities</a:t>
            </a:r>
          </a:p>
          <a:p>
            <a:r>
              <a:rPr lang="en-US" dirty="0" smtClean="0"/>
              <a:t>Unskilled </a:t>
            </a:r>
            <a:r>
              <a:rPr lang="en-US" dirty="0" err="1" smtClean="0"/>
              <a:t>labour</a:t>
            </a:r>
            <a:endParaRPr lang="en-US" dirty="0" smtClean="0"/>
          </a:p>
          <a:p>
            <a:r>
              <a:rPr lang="en-US" dirty="0" smtClean="0"/>
              <a:t>Lack of modern agricultural knowledge</a:t>
            </a:r>
          </a:p>
          <a:p>
            <a:r>
              <a:rPr lang="en-US" dirty="0" smtClean="0"/>
              <a:t>Pest and disease outbreaks</a:t>
            </a:r>
          </a:p>
          <a:p>
            <a:r>
              <a:rPr lang="en-US" dirty="0" smtClean="0"/>
              <a:t>Mismatch between technology and local conditions</a:t>
            </a:r>
          </a:p>
          <a:p>
            <a:r>
              <a:rPr lang="en-US" dirty="0" smtClean="0"/>
              <a:t>Policy implementation gaps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</TotalTime>
  <Words>328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Modernization of Agriculture</vt:lpstr>
      <vt:lpstr>Modernization of Agriculture</vt:lpstr>
      <vt:lpstr>Major Components</vt:lpstr>
      <vt:lpstr>Slide 4</vt:lpstr>
      <vt:lpstr>Importance</vt:lpstr>
      <vt:lpstr>Major Challenges in Bd.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Uder</dc:creator>
  <cp:lastModifiedBy>Uder</cp:lastModifiedBy>
  <cp:revision>10</cp:revision>
  <dcterms:created xsi:type="dcterms:W3CDTF">2006-08-16T00:00:00Z</dcterms:created>
  <dcterms:modified xsi:type="dcterms:W3CDTF">2026-08-22T16:44:27Z</dcterms:modified>
</cp:coreProperties>
</file>