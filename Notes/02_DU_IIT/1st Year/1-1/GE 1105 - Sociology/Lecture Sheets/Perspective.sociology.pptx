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84" r:id="rId4"/>
    <p:sldId id="285" r:id="rId5"/>
    <p:sldId id="265" r:id="rId6"/>
    <p:sldId id="259" r:id="rId7"/>
    <p:sldId id="270" r:id="rId8"/>
    <p:sldId id="271" r:id="rId9"/>
    <p:sldId id="260" r:id="rId10"/>
    <p:sldId id="276" r:id="rId11"/>
    <p:sldId id="28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Sociological Perspective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sociological perspective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smtClean="0"/>
              <a:t>sociological perspective is one that observes society through a lens without personal opinions. </a:t>
            </a:r>
          </a:p>
          <a:p>
            <a:r>
              <a:rPr lang="en-US" dirty="0" smtClean="0"/>
              <a:t>It not only observes the patterns of society but also tries to explain such patterns or </a:t>
            </a:r>
            <a:r>
              <a:rPr lang="en-US" dirty="0" err="1" smtClean="0"/>
              <a:t>behaviours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One </a:t>
            </a:r>
            <a:r>
              <a:rPr lang="en-US" dirty="0" smtClean="0"/>
              <a:t>of the main objectives of the sociological perspective is to find and understand patterns behind recurring features of social interaction, as well as to examine the social impacts of these.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/>
              <a:t>The Functionalist Perspective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 smtClean="0"/>
              <a:t>Functionalism is a sociological </a:t>
            </a:r>
            <a:r>
              <a:rPr lang="en-US" b="1" dirty="0" smtClean="0"/>
              <a:t>consensus theory</a:t>
            </a:r>
            <a:r>
              <a:rPr lang="en-US" dirty="0" smtClean="0"/>
              <a:t> that places importance on our shared norms and values. </a:t>
            </a:r>
          </a:p>
          <a:p>
            <a:r>
              <a:rPr lang="en-US" dirty="0" smtClean="0"/>
              <a:t>It is </a:t>
            </a:r>
            <a:r>
              <a:rPr lang="en-US" dirty="0" smtClean="0"/>
              <a:t>believe that societies </a:t>
            </a:r>
            <a:r>
              <a:rPr lang="en-US" dirty="0" smtClean="0"/>
              <a:t>are typically harmonious and based on high levels of consensus </a:t>
            </a:r>
            <a:endParaRPr lang="en-US" dirty="0" smtClean="0"/>
          </a:p>
          <a:p>
            <a:r>
              <a:rPr lang="en-US" dirty="0" smtClean="0"/>
              <a:t>Society  is a system of interconnected parts that work together in harmony to maintain a state of balance and social equilibrium for the whole. </a:t>
            </a:r>
          </a:p>
          <a:p>
            <a:r>
              <a:rPr lang="en-US" dirty="0" smtClean="0"/>
              <a:t>The </a:t>
            </a:r>
            <a:r>
              <a:rPr lang="en-US" dirty="0" smtClean="0"/>
              <a:t>functionalist perspective is based largely on the works of Herbert Spencer, Emile Durkheim, </a:t>
            </a:r>
            <a:r>
              <a:rPr lang="en-US" dirty="0" err="1" smtClean="0"/>
              <a:t>Talcott</a:t>
            </a:r>
            <a:r>
              <a:rPr lang="en-US" dirty="0" smtClean="0"/>
              <a:t> Parsons, and Robert Merton.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It states that we all have a function in society and compares society to a human body with its many functioning parts. </a:t>
            </a:r>
          </a:p>
          <a:p>
            <a:r>
              <a:rPr lang="en-US" dirty="0" smtClean="0"/>
              <a:t>All parts are necessary to maintain function and to promote orderly social change. </a:t>
            </a:r>
          </a:p>
          <a:p>
            <a:r>
              <a:rPr lang="en-US" dirty="0" smtClean="0"/>
              <a:t>Therefore, if one part, or organ, is dysfunctional, it may lead to complete dysfunction. </a:t>
            </a:r>
          </a:p>
          <a:p>
            <a:r>
              <a:rPr lang="en-US" dirty="0" smtClean="0"/>
              <a:t>Functionalists </a:t>
            </a:r>
            <a:r>
              <a:rPr lang="en-US" dirty="0" smtClean="0"/>
              <a:t>believe all individuals and institutions in society should cooperate as they carry out their roles. </a:t>
            </a:r>
          </a:p>
          <a:p>
            <a:r>
              <a:rPr lang="en-US" dirty="0" smtClean="0"/>
              <a:t>Functionalists believe this consensus comes from shared norms and values.</a:t>
            </a:r>
          </a:p>
          <a:p>
            <a:r>
              <a:rPr lang="en-US" dirty="0" smtClean="0"/>
              <a:t>In this way, society will function, and prevent 'anomie', or chaos.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functionalist perspective emphasizes the interconnectedness of society by focusing on how each part influences and is influenced by other parts. </a:t>
            </a:r>
          </a:p>
          <a:p>
            <a:r>
              <a:rPr lang="en-US" dirty="0" smtClean="0"/>
              <a:t>For </a:t>
            </a:r>
            <a:r>
              <a:rPr lang="en-US" dirty="0" smtClean="0"/>
              <a:t>example, each of the social institutions contributes important functions for society: </a:t>
            </a:r>
          </a:p>
          <a:p>
            <a:r>
              <a:rPr lang="en-US" dirty="0" smtClean="0"/>
              <a:t>Family provides a context for reproducing, nurturing, and socializing children; education offers a way to transmit a society’s skills, knowledge, and culture to its youth; politics provides a means of governing members of society; economics provides for the production, distribution, and consumption of goods and services; and religion provides moral guidance and an outlet for worship of a higher power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Conflict Perspective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 is the reverse of functionalism</a:t>
            </a:r>
          </a:p>
          <a:p>
            <a:r>
              <a:rPr lang="en-US" dirty="0" smtClean="0"/>
              <a:t>The conflict perspective views society as composed of different groups and interest competing for power and resources </a:t>
            </a:r>
          </a:p>
          <a:p>
            <a:r>
              <a:rPr lang="en-US" dirty="0" smtClean="0"/>
              <a:t>There is a constant struggle for power and control</a:t>
            </a:r>
          </a:p>
          <a:p>
            <a:r>
              <a:rPr lang="en-US" dirty="0" smtClean="0"/>
              <a:t>Those in power can then constrain those who are less powerful by limiting their access to resources (Inequality)</a:t>
            </a:r>
          </a:p>
          <a:p>
            <a:r>
              <a:rPr lang="en-US" dirty="0" smtClean="0"/>
              <a:t>As the power shifts between one group or another, change occurs.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The origins of the conflict perspective can be traced to the classic works of Karl Marx. </a:t>
            </a:r>
          </a:p>
          <a:p>
            <a:r>
              <a:rPr lang="en-US" dirty="0" smtClean="0"/>
              <a:t>Marx suggested that all societies go through stages of economic development. </a:t>
            </a:r>
          </a:p>
          <a:p>
            <a:r>
              <a:rPr lang="en-US" dirty="0" smtClean="0"/>
              <a:t>As societies evolve from agricultural to industrial, concern over meeting survival needs is replaced by concern over making a profit, the hallmark of a capitalist system.</a:t>
            </a:r>
          </a:p>
          <a:p>
            <a:r>
              <a:rPr lang="en-US" dirty="0" smtClean="0"/>
              <a:t>Industrialization leads to the development of two classes of people: the bourgeoisie, or the owners of the means of production (e.g., factories, farms, businesses); and the proletariat, or the workers who earn wages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division of society into two broad classes of people—the “haves” and the “have </a:t>
            </a:r>
            <a:r>
              <a:rPr lang="en-US" dirty="0" err="1" smtClean="0"/>
              <a:t>nots</a:t>
            </a:r>
            <a:r>
              <a:rPr lang="en-US" dirty="0" smtClean="0"/>
              <a:t>”—is beneficial to the owners of the means of production. </a:t>
            </a:r>
          </a:p>
          <a:p>
            <a:r>
              <a:rPr lang="en-US" dirty="0" smtClean="0"/>
              <a:t>The workers, who may earn only subsistence wages, are denied access to the many resources available to the wealthy owners.</a:t>
            </a:r>
          </a:p>
          <a:p>
            <a:r>
              <a:rPr lang="en-US" dirty="0" smtClean="0"/>
              <a:t>According to Marx, the bourgeoisie use their power to control the institutions of society to their advantage.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Symbolic </a:t>
            </a:r>
            <a:r>
              <a:rPr lang="en-US" b="1" dirty="0" err="1" smtClean="0"/>
              <a:t>Interactionist</a:t>
            </a:r>
            <a:r>
              <a:rPr lang="en-US" b="1" dirty="0" smtClean="0"/>
              <a:t> perspective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Symbolic </a:t>
            </a:r>
            <a:r>
              <a:rPr lang="en-US" dirty="0" err="1" smtClean="0"/>
              <a:t>Interactionist</a:t>
            </a:r>
            <a:r>
              <a:rPr lang="en-US" dirty="0" smtClean="0"/>
              <a:t> perspective is a micro-level approach that emphasis on how people interact with each other in everyday life through shared symbols, meaning, and interpretations</a:t>
            </a:r>
          </a:p>
          <a:p>
            <a:r>
              <a:rPr lang="en-US" dirty="0" smtClean="0"/>
              <a:t>The </a:t>
            </a:r>
            <a:r>
              <a:rPr lang="en-US" dirty="0" smtClean="0"/>
              <a:t>primary focus in this approach is communication and exchange of ideas using symbols.</a:t>
            </a:r>
          </a:p>
          <a:p>
            <a:r>
              <a:rPr lang="en-US" dirty="0" smtClean="0"/>
              <a:t>Symbols are culturally derived social objects having shared meanings that are created and maintained in social interaction. </a:t>
            </a:r>
          </a:p>
          <a:p>
            <a:r>
              <a:rPr lang="en-US" dirty="0" smtClean="0"/>
              <a:t>Major sociological theorists or contributors to this theoretical approach include: </a:t>
            </a:r>
            <a:r>
              <a:rPr lang="en-US" dirty="0" smtClean="0"/>
              <a:t>George </a:t>
            </a:r>
            <a:r>
              <a:rPr lang="en-US" dirty="0" smtClean="0"/>
              <a:t>Herbert Mead; Charles Horton Cooley; Erving </a:t>
            </a:r>
            <a:r>
              <a:rPr lang="en-US" dirty="0" err="1" smtClean="0"/>
              <a:t>Goffman</a:t>
            </a:r>
            <a:r>
              <a:rPr lang="en-US" dirty="0" smtClean="0"/>
              <a:t>; George </a:t>
            </a:r>
            <a:r>
              <a:rPr lang="en-US" dirty="0" err="1" smtClean="0"/>
              <a:t>Homans</a:t>
            </a:r>
            <a:r>
              <a:rPr lang="en-US" dirty="0" smtClean="0"/>
              <a:t>; and Peter </a:t>
            </a:r>
            <a:r>
              <a:rPr lang="en-US" dirty="0" err="1" smtClean="0"/>
              <a:t>Blau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>
            <a:normAutofit/>
          </a:bodyPr>
          <a:lstStyle/>
          <a:p>
            <a:r>
              <a:rPr lang="en-US" b="1" dirty="0" smtClean="0"/>
              <a:t>Symbolic </a:t>
            </a:r>
            <a:r>
              <a:rPr lang="en-US" b="1" dirty="0" err="1" smtClean="0"/>
              <a:t>interactionism</a:t>
            </a:r>
            <a:r>
              <a:rPr lang="en-US" dirty="0" smtClean="0"/>
              <a:t> focuses on the interaction of individuals and on how they interpret their interaction. </a:t>
            </a:r>
          </a:p>
          <a:p>
            <a:r>
              <a:rPr lang="en-US" dirty="0" smtClean="0"/>
              <a:t>Symbolic </a:t>
            </a:r>
            <a:r>
              <a:rPr lang="en-US" dirty="0" err="1" smtClean="0"/>
              <a:t>interactionism</a:t>
            </a:r>
            <a:r>
              <a:rPr lang="en-US" dirty="0" smtClean="0"/>
              <a:t> emphasizes that human behavior is influenced by definitions and meanings that are created and maintained through symbolic interaction with others.</a:t>
            </a:r>
          </a:p>
          <a:p>
            <a:r>
              <a:rPr lang="en-US" dirty="0" smtClean="0"/>
              <a:t>The symbolic </a:t>
            </a:r>
            <a:r>
              <a:rPr lang="en-US" dirty="0" err="1" smtClean="0"/>
              <a:t>interactionist</a:t>
            </a:r>
            <a:r>
              <a:rPr lang="en-US" dirty="0" smtClean="0"/>
              <a:t> perspective is based on the notion that people make sense of their social worlds through communication and social interaction - the exchange of meaning through symbols and language</a:t>
            </a:r>
            <a:r>
              <a:rPr lang="en-US" smtClean="0"/>
              <a:t>.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                   </a:t>
            </a:r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593</TotalTime>
  <Words>510</Words>
  <Application>Microsoft Office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Flow</vt:lpstr>
      <vt:lpstr>Sociological Perspective</vt:lpstr>
      <vt:lpstr>sociological perspective </vt:lpstr>
      <vt:lpstr>The Functionalist Perspective</vt:lpstr>
      <vt:lpstr>Slide 4</vt:lpstr>
      <vt:lpstr>Slide 5</vt:lpstr>
      <vt:lpstr>The Conflict Perspective</vt:lpstr>
      <vt:lpstr>Slide 7</vt:lpstr>
      <vt:lpstr>Slide 8</vt:lpstr>
      <vt:lpstr>Symbolic Interactionist perspective</vt:lpstr>
      <vt:lpstr>Slide 10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Uder</cp:lastModifiedBy>
  <cp:revision>56</cp:revision>
  <dcterms:created xsi:type="dcterms:W3CDTF">2006-08-16T00:00:00Z</dcterms:created>
  <dcterms:modified xsi:type="dcterms:W3CDTF">2025-08-13T16:00:11Z</dcterms:modified>
</cp:coreProperties>
</file>